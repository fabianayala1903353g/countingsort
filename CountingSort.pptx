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s-E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7643254" name="Marcador de encabezado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93900838" name="Marcador de fecha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s-ES"/>
              <a:t>10/30/2013</a:t>
            </a:fld>
            <a:endParaRPr lang="es-ES"/>
          </a:p>
        </p:txBody>
      </p:sp>
      <p:sp>
        <p:nvSpPr>
          <p:cNvPr id="121064691" name="Marcador de imagen de diapositiva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s-ES"/>
          </a:p>
        </p:txBody>
      </p:sp>
      <p:sp>
        <p:nvSpPr>
          <p:cNvPr id="1395642161" name="Marcador de notas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1801954217" name="Marcador de pie de página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23912288" name="Marcador de número de diapositiva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s-ES"/>
              <a:t>‹#›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120552" name="Marcador de imagen de diapositiva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74126233" name="Marcador de notas 4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s-ES">
              <a:latin typeface="Arial"/>
              <a:cs typeface="Arial"/>
            </a:endParaRPr>
          </a:p>
        </p:txBody>
      </p:sp>
      <p:sp>
        <p:nvSpPr>
          <p:cNvPr id="1669334812" name="Marcador de número de diapositiva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s-ES"/>
              <a:t>1</a:t>
            </a:fld>
            <a:endParaRPr lang="es-E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133673" name="Title 1"/>
          <p:cNvSpPr>
            <a:spLocks noGrp="1"/>
          </p:cNvSpPr>
          <p:nvPr userDrawn="1">
            <p:ph type="ctrTitle"/>
          </p:nvPr>
        </p:nvSpPr>
        <p:spPr bwMode="auto">
          <a:xfrm>
            <a:off x="1070367" y="3140967"/>
            <a:ext cx="9994346" cy="1152127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271887572" name="Subtitle 2"/>
          <p:cNvSpPr>
            <a:spLocks noGrp="1"/>
          </p:cNvSpPr>
          <p:nvPr userDrawn="1">
            <p:ph type="subTitle" idx="1"/>
          </p:nvPr>
        </p:nvSpPr>
        <p:spPr bwMode="auto">
          <a:xfrm>
            <a:off x="2043473" y="4437111"/>
            <a:ext cx="8081653" cy="1008111"/>
          </a:xfrm>
        </p:spPr>
        <p:txBody>
          <a:bodyPr>
            <a:normAutofit/>
          </a:bodyPr>
          <a:lstStyle>
            <a:lvl1pPr marL="0" indent="0" algn="ctr">
              <a:buNone/>
              <a:defRPr sz="2800" b="1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487129759" name="Date Placeholder 1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26.12.2019</a:t>
            </a:fld>
            <a:endParaRPr/>
          </a:p>
        </p:txBody>
      </p:sp>
      <p:sp>
        <p:nvSpPr>
          <p:cNvPr id="2070873537" name="Footer Placeholder 1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2427558" name="Slide Number Placeholder 1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1974DF9-AD47-4691-BA21-BBFCE3637A9A}" type="slidenum">
              <a:rPr/>
              <a:t>‹#›</a:t>
            </a:fld>
            <a:endParaRPr/>
          </a:p>
        </p:txBody>
      </p:sp>
      <p:grpSp>
        <p:nvGrpSpPr>
          <p:cNvPr id="1987190191" name="Group 312"/>
          <p:cNvGrpSpPr/>
          <p:nvPr userDrawn="1"/>
        </p:nvGrpSpPr>
        <p:grpSpPr bwMode="auto">
          <a:xfrm>
            <a:off x="-22006" y="-7442"/>
            <a:ext cx="12214008" cy="1742779"/>
            <a:chOff x="5534482" y="2204917"/>
            <a:chExt cx="5756459" cy="1155514"/>
          </a:xfrm>
        </p:grpSpPr>
        <p:grpSp>
          <p:nvGrpSpPr>
            <p:cNvPr id="383" name="Group 382"/>
            <p:cNvGrpSpPr/>
            <p:nvPr userDrawn="1"/>
          </p:nvGrpSpPr>
          <p:grpSpPr bwMode="auto">
            <a:xfrm>
              <a:off x="10137289" y="2208431"/>
              <a:ext cx="1153653" cy="1152000"/>
              <a:chOff x="8985289" y="2208431"/>
              <a:chExt cx="1153653" cy="1152000"/>
            </a:xfrm>
          </p:grpSpPr>
          <p:sp>
            <p:nvSpPr>
              <p:cNvPr id="432" name="Rectangle 431"/>
              <p:cNvSpPr/>
              <p:nvPr userDrawn="1"/>
            </p:nvSpPr>
            <p:spPr bwMode="auto">
              <a:xfrm>
                <a:off x="8985885" y="2208431"/>
                <a:ext cx="1152000" cy="1152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433" name="Group 432"/>
              <p:cNvGrpSpPr/>
              <p:nvPr userDrawn="1"/>
            </p:nvGrpSpPr>
            <p:grpSpPr bwMode="auto">
              <a:xfrm>
                <a:off x="8985289" y="2208431"/>
                <a:ext cx="1153653" cy="1152000"/>
                <a:chOff x="8985289" y="2208431"/>
                <a:chExt cx="1153653" cy="1152000"/>
              </a:xfrm>
            </p:grpSpPr>
            <p:sp>
              <p:nvSpPr>
                <p:cNvPr id="434" name="Rectangle 433"/>
                <p:cNvSpPr/>
                <p:nvPr userDrawn="1"/>
              </p:nvSpPr>
              <p:spPr bwMode="auto">
                <a:xfrm>
                  <a:off x="8985289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45000"/>
                  </a:schemeClr>
                </a:solidFill>
                <a:ln>
                  <a:noFill/>
                </a:ln>
              </p:spPr>
            </p:sp>
            <p:sp>
              <p:nvSpPr>
                <p:cNvPr id="435" name="Rectangle 434"/>
                <p:cNvSpPr/>
                <p:nvPr userDrawn="1"/>
              </p:nvSpPr>
              <p:spPr bwMode="auto">
                <a:xfrm>
                  <a:off x="9367467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60000"/>
                  </a:schemeClr>
                </a:solidFill>
                <a:ln>
                  <a:noFill/>
                </a:ln>
              </p:spPr>
            </p:sp>
            <p:sp>
              <p:nvSpPr>
                <p:cNvPr id="436" name="Rectangle 435"/>
                <p:cNvSpPr/>
                <p:nvPr userDrawn="1"/>
              </p:nvSpPr>
              <p:spPr bwMode="auto">
                <a:xfrm>
                  <a:off x="9750410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45000"/>
                  </a:schemeClr>
                </a:solidFill>
                <a:ln>
                  <a:noFill/>
                </a:ln>
              </p:spPr>
            </p:sp>
            <p:sp>
              <p:nvSpPr>
                <p:cNvPr id="437" name="Rectangle 436"/>
                <p:cNvSpPr/>
                <p:nvPr userDrawn="1"/>
              </p:nvSpPr>
              <p:spPr bwMode="auto">
                <a:xfrm>
                  <a:off x="8989821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22000"/>
                  </a:schemeClr>
                </a:solidFill>
                <a:ln>
                  <a:noFill/>
                </a:ln>
              </p:spPr>
            </p:sp>
            <p:sp>
              <p:nvSpPr>
                <p:cNvPr id="438" name="Rectangle 437"/>
                <p:cNvSpPr/>
                <p:nvPr userDrawn="1"/>
              </p:nvSpPr>
              <p:spPr bwMode="auto">
                <a:xfrm>
                  <a:off x="9371999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439" name="Rectangle 438"/>
                <p:cNvSpPr/>
                <p:nvPr userDrawn="1"/>
              </p:nvSpPr>
              <p:spPr bwMode="auto">
                <a:xfrm>
                  <a:off x="9754942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440" name="Rectangle 439"/>
                <p:cNvSpPr/>
                <p:nvPr userDrawn="1"/>
              </p:nvSpPr>
              <p:spPr bwMode="auto">
                <a:xfrm>
                  <a:off x="8988763" y="2976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</p:sp>
            <p:sp>
              <p:nvSpPr>
                <p:cNvPr id="441" name="Rectangle 440"/>
                <p:cNvSpPr/>
                <p:nvPr userDrawn="1"/>
              </p:nvSpPr>
              <p:spPr bwMode="auto">
                <a:xfrm>
                  <a:off x="9370942" y="2976431"/>
                  <a:ext cx="383999" cy="383999"/>
                </a:xfrm>
                <a:prstGeom prst="rect">
                  <a:avLst/>
                </a:prstGeom>
                <a:solidFill>
                  <a:schemeClr val="tx2">
                    <a:lumMod val="75000"/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442" name="Rectangle 441"/>
                <p:cNvSpPr/>
                <p:nvPr userDrawn="1"/>
              </p:nvSpPr>
              <p:spPr bwMode="auto">
                <a:xfrm>
                  <a:off x="9753885" y="2976431"/>
                  <a:ext cx="383999" cy="383999"/>
                </a:xfrm>
                <a:prstGeom prst="rect">
                  <a:avLst/>
                </a:prstGeom>
                <a:solidFill>
                  <a:schemeClr val="tx2">
                    <a:lumMod val="75000"/>
                    <a:alpha val="20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384" name="Group 383"/>
            <p:cNvGrpSpPr/>
            <p:nvPr userDrawn="1"/>
          </p:nvGrpSpPr>
          <p:grpSpPr bwMode="auto">
            <a:xfrm>
              <a:off x="8985885" y="2204917"/>
              <a:ext cx="1153057" cy="1152000"/>
              <a:chOff x="8985885" y="2208431"/>
              <a:chExt cx="1153057" cy="1152000"/>
            </a:xfrm>
          </p:grpSpPr>
          <p:sp>
            <p:nvSpPr>
              <p:cNvPr id="421" name="Rectangle 420"/>
              <p:cNvSpPr/>
              <p:nvPr userDrawn="1"/>
            </p:nvSpPr>
            <p:spPr bwMode="auto">
              <a:xfrm>
                <a:off x="8985885" y="2208431"/>
                <a:ext cx="1152000" cy="11520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grpSp>
            <p:nvGrpSpPr>
              <p:cNvPr id="422" name="Group 421"/>
              <p:cNvGrpSpPr/>
              <p:nvPr userDrawn="1"/>
            </p:nvGrpSpPr>
            <p:grpSpPr bwMode="auto">
              <a:xfrm>
                <a:off x="8988763" y="2208431"/>
                <a:ext cx="1150178" cy="1152000"/>
                <a:chOff x="8988763" y="2208431"/>
                <a:chExt cx="1150178" cy="1152000"/>
              </a:xfrm>
            </p:grpSpPr>
            <p:sp>
              <p:nvSpPr>
                <p:cNvPr id="423" name="Rectangle 422"/>
                <p:cNvSpPr/>
                <p:nvPr userDrawn="1"/>
              </p:nvSpPr>
              <p:spPr bwMode="auto">
                <a:xfrm>
                  <a:off x="8989821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424" name="Rectangle 423"/>
                <p:cNvSpPr/>
                <p:nvPr userDrawn="1"/>
              </p:nvSpPr>
              <p:spPr bwMode="auto">
                <a:xfrm>
                  <a:off x="9371999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40000"/>
                  </a:schemeClr>
                </a:solidFill>
                <a:ln>
                  <a:noFill/>
                </a:ln>
              </p:spPr>
            </p:sp>
            <p:sp>
              <p:nvSpPr>
                <p:cNvPr id="425" name="Rectangle 424"/>
                <p:cNvSpPr/>
                <p:nvPr userDrawn="1"/>
              </p:nvSpPr>
              <p:spPr bwMode="auto">
                <a:xfrm>
                  <a:off x="9754942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30000"/>
                  </a:schemeClr>
                </a:solidFill>
                <a:ln>
                  <a:noFill/>
                </a:ln>
              </p:spPr>
            </p:sp>
            <p:sp>
              <p:nvSpPr>
                <p:cNvPr id="426" name="Rectangle 425"/>
                <p:cNvSpPr/>
                <p:nvPr userDrawn="1"/>
              </p:nvSpPr>
              <p:spPr bwMode="auto">
                <a:xfrm>
                  <a:off x="8989821" y="2208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22000"/>
                  </a:schemeClr>
                </a:solidFill>
                <a:ln>
                  <a:noFill/>
                </a:ln>
              </p:spPr>
            </p:sp>
            <p:sp>
              <p:nvSpPr>
                <p:cNvPr id="427" name="Rectangle 426"/>
                <p:cNvSpPr/>
                <p:nvPr userDrawn="1"/>
              </p:nvSpPr>
              <p:spPr bwMode="auto">
                <a:xfrm>
                  <a:off x="9371999" y="2208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428" name="Rectangle 427"/>
                <p:cNvSpPr/>
                <p:nvPr userDrawn="1"/>
              </p:nvSpPr>
              <p:spPr bwMode="auto">
                <a:xfrm>
                  <a:off x="9754942" y="2208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429" name="Rectangle 428"/>
                <p:cNvSpPr/>
                <p:nvPr userDrawn="1"/>
              </p:nvSpPr>
              <p:spPr bwMode="auto">
                <a:xfrm>
                  <a:off x="8988763" y="2976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50000"/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430" name="Rectangle 429"/>
                <p:cNvSpPr/>
                <p:nvPr userDrawn="1"/>
              </p:nvSpPr>
              <p:spPr bwMode="auto">
                <a:xfrm>
                  <a:off x="9370942" y="2976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>
                  <a:noFill/>
                </a:ln>
              </p:spPr>
            </p:sp>
            <p:sp>
              <p:nvSpPr>
                <p:cNvPr id="431" name="Rectangle 430"/>
                <p:cNvSpPr/>
                <p:nvPr userDrawn="1"/>
              </p:nvSpPr>
              <p:spPr bwMode="auto">
                <a:xfrm>
                  <a:off x="9753885" y="2976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75000"/>
                    <a:alpha val="20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385" name="Group 384"/>
            <p:cNvGrpSpPr/>
            <p:nvPr userDrawn="1"/>
          </p:nvGrpSpPr>
          <p:grpSpPr bwMode="auto">
            <a:xfrm>
              <a:off x="7832827" y="2208431"/>
              <a:ext cx="1156531" cy="1152000"/>
              <a:chOff x="8985885" y="2208431"/>
              <a:chExt cx="1156531" cy="1152000"/>
            </a:xfrm>
          </p:grpSpPr>
          <p:sp>
            <p:nvSpPr>
              <p:cNvPr id="410" name="Rectangle 409"/>
              <p:cNvSpPr/>
              <p:nvPr userDrawn="1"/>
            </p:nvSpPr>
            <p:spPr bwMode="auto">
              <a:xfrm>
                <a:off x="8985885" y="2208431"/>
                <a:ext cx="1152000" cy="115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grpSp>
            <p:nvGrpSpPr>
              <p:cNvPr id="411" name="Group 410"/>
              <p:cNvGrpSpPr/>
              <p:nvPr userDrawn="1"/>
            </p:nvGrpSpPr>
            <p:grpSpPr bwMode="auto">
              <a:xfrm>
                <a:off x="8988763" y="2208431"/>
                <a:ext cx="1153653" cy="1152000"/>
                <a:chOff x="8988763" y="2208431"/>
                <a:chExt cx="1153653" cy="1152000"/>
              </a:xfrm>
            </p:grpSpPr>
            <p:sp>
              <p:nvSpPr>
                <p:cNvPr id="412" name="Rectangle 411"/>
                <p:cNvSpPr/>
                <p:nvPr userDrawn="1"/>
              </p:nvSpPr>
              <p:spPr bwMode="auto">
                <a:xfrm>
                  <a:off x="8989821" y="2592432"/>
                  <a:ext cx="383999" cy="383999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ln>
                  <a:noFill/>
                </a:ln>
              </p:spPr>
            </p:sp>
            <p:sp>
              <p:nvSpPr>
                <p:cNvPr id="413" name="Rectangle 412"/>
                <p:cNvSpPr/>
                <p:nvPr userDrawn="1"/>
              </p:nvSpPr>
              <p:spPr bwMode="auto">
                <a:xfrm>
                  <a:off x="9371999" y="2592432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62000"/>
                  </a:schemeClr>
                </a:solidFill>
                <a:ln>
                  <a:noFill/>
                </a:ln>
              </p:spPr>
            </p:sp>
            <p:sp>
              <p:nvSpPr>
                <p:cNvPr id="414" name="Rectangle 413"/>
                <p:cNvSpPr/>
                <p:nvPr userDrawn="1"/>
              </p:nvSpPr>
              <p:spPr bwMode="auto">
                <a:xfrm>
                  <a:off x="9754942" y="2592432"/>
                  <a:ext cx="383999" cy="383999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55000"/>
                  </a:schemeClr>
                </a:solidFill>
                <a:ln>
                  <a:noFill/>
                </a:ln>
              </p:spPr>
            </p:sp>
            <p:sp>
              <p:nvSpPr>
                <p:cNvPr id="415" name="Rectangle 414"/>
                <p:cNvSpPr/>
                <p:nvPr userDrawn="1"/>
              </p:nvSpPr>
              <p:spPr bwMode="auto">
                <a:xfrm>
                  <a:off x="8989821" y="2208431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46000"/>
                  </a:schemeClr>
                </a:solidFill>
                <a:ln>
                  <a:noFill/>
                </a:ln>
              </p:spPr>
            </p:sp>
            <p:sp>
              <p:nvSpPr>
                <p:cNvPr id="416" name="Rectangle 415"/>
                <p:cNvSpPr/>
                <p:nvPr userDrawn="1"/>
              </p:nvSpPr>
              <p:spPr bwMode="auto">
                <a:xfrm>
                  <a:off x="9371999" y="2208431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  <a:alpha val="30000"/>
                  </a:schemeClr>
                </a:solidFill>
                <a:ln>
                  <a:noFill/>
                </a:ln>
              </p:spPr>
            </p:sp>
            <p:sp>
              <p:nvSpPr>
                <p:cNvPr id="417" name="Rectangle 416"/>
                <p:cNvSpPr/>
                <p:nvPr userDrawn="1"/>
              </p:nvSpPr>
              <p:spPr bwMode="auto">
                <a:xfrm>
                  <a:off x="9754942" y="2208431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  <a:alpha val="76000"/>
                  </a:schemeClr>
                </a:solidFill>
                <a:ln>
                  <a:noFill/>
                </a:ln>
              </p:spPr>
            </p:sp>
            <p:sp>
              <p:nvSpPr>
                <p:cNvPr id="418" name="Rectangle 417"/>
                <p:cNvSpPr/>
                <p:nvPr userDrawn="1"/>
              </p:nvSpPr>
              <p:spPr bwMode="auto">
                <a:xfrm>
                  <a:off x="8988763" y="2976431"/>
                  <a:ext cx="383999" cy="383999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30000"/>
                  </a:schemeClr>
                </a:solidFill>
                <a:ln>
                  <a:noFill/>
                </a:ln>
              </p:spPr>
            </p:sp>
            <p:sp>
              <p:nvSpPr>
                <p:cNvPr id="419" name="Rectangle 418"/>
                <p:cNvSpPr/>
                <p:nvPr userDrawn="1"/>
              </p:nvSpPr>
              <p:spPr bwMode="auto">
                <a:xfrm>
                  <a:off x="9370942" y="2976431"/>
                  <a:ext cx="383999" cy="383999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420" name="Rectangle 419"/>
                <p:cNvSpPr/>
                <p:nvPr userDrawn="1"/>
              </p:nvSpPr>
              <p:spPr bwMode="auto">
                <a:xfrm>
                  <a:off x="9758417" y="2976431"/>
                  <a:ext cx="383999" cy="383999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20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386" name="Group 385"/>
            <p:cNvGrpSpPr/>
            <p:nvPr userDrawn="1"/>
          </p:nvGrpSpPr>
          <p:grpSpPr bwMode="auto">
            <a:xfrm>
              <a:off x="6683297" y="2204917"/>
              <a:ext cx="1153057" cy="1152000"/>
              <a:chOff x="8985885" y="2208431"/>
              <a:chExt cx="1153057" cy="1152000"/>
            </a:xfrm>
          </p:grpSpPr>
          <p:sp>
            <p:nvSpPr>
              <p:cNvPr id="399" name="Rectangle 398"/>
              <p:cNvSpPr/>
              <p:nvPr userDrawn="1"/>
            </p:nvSpPr>
            <p:spPr bwMode="auto">
              <a:xfrm>
                <a:off x="8985885" y="2208431"/>
                <a:ext cx="1152000" cy="1152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</p:sp>
          <p:grpSp>
            <p:nvGrpSpPr>
              <p:cNvPr id="400" name="Group 399"/>
              <p:cNvGrpSpPr/>
              <p:nvPr userDrawn="1"/>
            </p:nvGrpSpPr>
            <p:grpSpPr bwMode="auto">
              <a:xfrm>
                <a:off x="8988763" y="2208431"/>
                <a:ext cx="1150178" cy="1152000"/>
                <a:chOff x="8988763" y="2208431"/>
                <a:chExt cx="1150178" cy="1152000"/>
              </a:xfrm>
            </p:grpSpPr>
            <p:sp>
              <p:nvSpPr>
                <p:cNvPr id="401" name="Rectangle 400"/>
                <p:cNvSpPr/>
                <p:nvPr userDrawn="1"/>
              </p:nvSpPr>
              <p:spPr bwMode="auto">
                <a:xfrm>
                  <a:off x="8989821" y="2592432"/>
                  <a:ext cx="383999" cy="383999"/>
                </a:xfrm>
                <a:prstGeom prst="rect">
                  <a:avLst/>
                </a:prstGeom>
                <a:solidFill>
                  <a:schemeClr val="accent4">
                    <a:lumMod val="75000"/>
                    <a:alpha val="76000"/>
                  </a:schemeClr>
                </a:solidFill>
                <a:ln>
                  <a:noFill/>
                </a:ln>
              </p:spPr>
            </p:sp>
            <p:sp>
              <p:nvSpPr>
                <p:cNvPr id="402" name="Rectangle 401"/>
                <p:cNvSpPr/>
                <p:nvPr userDrawn="1"/>
              </p:nvSpPr>
              <p:spPr bwMode="auto">
                <a:xfrm>
                  <a:off x="9371999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38000"/>
                  </a:schemeClr>
                </a:solidFill>
                <a:ln>
                  <a:noFill/>
                </a:ln>
              </p:spPr>
            </p:sp>
            <p:sp>
              <p:nvSpPr>
                <p:cNvPr id="403" name="Rectangle 402"/>
                <p:cNvSpPr/>
                <p:nvPr userDrawn="1"/>
              </p:nvSpPr>
              <p:spPr bwMode="auto">
                <a:xfrm>
                  <a:off x="9754942" y="2592432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75000"/>
                    <a:alpha val="24000"/>
                  </a:schemeClr>
                </a:solidFill>
                <a:ln>
                  <a:noFill/>
                </a:ln>
              </p:spPr>
            </p:sp>
            <p:sp>
              <p:nvSpPr>
                <p:cNvPr id="404" name="Rectangle 403"/>
                <p:cNvSpPr/>
                <p:nvPr userDrawn="1"/>
              </p:nvSpPr>
              <p:spPr bwMode="auto">
                <a:xfrm>
                  <a:off x="8989821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35000"/>
                  </a:schemeClr>
                </a:solidFill>
                <a:ln>
                  <a:noFill/>
                </a:ln>
              </p:spPr>
            </p:sp>
            <p:sp>
              <p:nvSpPr>
                <p:cNvPr id="405" name="Rectangle 404"/>
                <p:cNvSpPr/>
                <p:nvPr userDrawn="1"/>
              </p:nvSpPr>
              <p:spPr bwMode="auto">
                <a:xfrm>
                  <a:off x="9371999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406" name="Rectangle 405"/>
                <p:cNvSpPr/>
                <p:nvPr userDrawn="1"/>
              </p:nvSpPr>
              <p:spPr bwMode="auto">
                <a:xfrm>
                  <a:off x="9754942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407" name="Rectangle 406"/>
                <p:cNvSpPr/>
                <p:nvPr userDrawn="1"/>
              </p:nvSpPr>
              <p:spPr bwMode="auto">
                <a:xfrm>
                  <a:off x="8988763" y="2976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25000"/>
                  </a:schemeClr>
                </a:solidFill>
                <a:ln>
                  <a:noFill/>
                </a:ln>
              </p:spPr>
            </p:sp>
            <p:sp>
              <p:nvSpPr>
                <p:cNvPr id="408" name="Rectangle 407"/>
                <p:cNvSpPr/>
                <p:nvPr userDrawn="1"/>
              </p:nvSpPr>
              <p:spPr bwMode="auto">
                <a:xfrm>
                  <a:off x="9370942" y="2976431"/>
                  <a:ext cx="383999" cy="383999"/>
                </a:xfrm>
                <a:prstGeom prst="rect">
                  <a:avLst/>
                </a:prstGeom>
                <a:solidFill>
                  <a:schemeClr val="tx2">
                    <a:lumMod val="60000"/>
                    <a:lumOff val="40000"/>
                    <a:alpha val="3999"/>
                  </a:schemeClr>
                </a:solidFill>
                <a:ln>
                  <a:noFill/>
                </a:ln>
              </p:spPr>
            </p:sp>
            <p:sp>
              <p:nvSpPr>
                <p:cNvPr id="409" name="Rectangle 408"/>
                <p:cNvSpPr/>
                <p:nvPr userDrawn="1"/>
              </p:nvSpPr>
              <p:spPr bwMode="auto">
                <a:xfrm>
                  <a:off x="9753885" y="2976431"/>
                  <a:ext cx="383999" cy="383999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9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387" name="Group 386"/>
            <p:cNvGrpSpPr/>
            <p:nvPr userDrawn="1"/>
          </p:nvGrpSpPr>
          <p:grpSpPr bwMode="auto">
            <a:xfrm>
              <a:off x="5534482" y="2204917"/>
              <a:ext cx="1153057" cy="1152000"/>
              <a:chOff x="8985885" y="2208431"/>
              <a:chExt cx="1153057" cy="1152000"/>
            </a:xfrm>
          </p:grpSpPr>
          <p:sp>
            <p:nvSpPr>
              <p:cNvPr id="388" name="Rectangle 387"/>
              <p:cNvSpPr/>
              <p:nvPr userDrawn="1"/>
            </p:nvSpPr>
            <p:spPr bwMode="auto">
              <a:xfrm>
                <a:off x="8985885" y="2208431"/>
                <a:ext cx="1152000" cy="115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grpSp>
            <p:nvGrpSpPr>
              <p:cNvPr id="389" name="Group 388"/>
              <p:cNvGrpSpPr/>
              <p:nvPr userDrawn="1"/>
            </p:nvGrpSpPr>
            <p:grpSpPr bwMode="auto">
              <a:xfrm>
                <a:off x="8988763" y="2208431"/>
                <a:ext cx="1150178" cy="1152000"/>
                <a:chOff x="8988763" y="2208431"/>
                <a:chExt cx="1150178" cy="1152000"/>
              </a:xfrm>
            </p:grpSpPr>
            <p:sp>
              <p:nvSpPr>
                <p:cNvPr id="390" name="Rectangle 389"/>
                <p:cNvSpPr/>
                <p:nvPr userDrawn="1"/>
              </p:nvSpPr>
              <p:spPr bwMode="auto">
                <a:xfrm>
                  <a:off x="8989821" y="2592432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48000"/>
                  </a:schemeClr>
                </a:solidFill>
                <a:ln>
                  <a:noFill/>
                </a:ln>
              </p:spPr>
            </p:sp>
            <p:sp>
              <p:nvSpPr>
                <p:cNvPr id="391" name="Rectangle 390"/>
                <p:cNvSpPr/>
                <p:nvPr userDrawn="1"/>
              </p:nvSpPr>
              <p:spPr bwMode="auto">
                <a:xfrm>
                  <a:off x="9371999" y="2592432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29000"/>
                  </a:schemeClr>
                </a:solidFill>
                <a:ln>
                  <a:noFill/>
                </a:ln>
              </p:spPr>
            </p:sp>
            <p:sp>
              <p:nvSpPr>
                <p:cNvPr id="392" name="Rectangle 391"/>
                <p:cNvSpPr/>
                <p:nvPr userDrawn="1"/>
              </p:nvSpPr>
              <p:spPr bwMode="auto">
                <a:xfrm>
                  <a:off x="9754942" y="2592432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15999"/>
                  </a:schemeClr>
                </a:solidFill>
                <a:ln>
                  <a:noFill/>
                </a:ln>
              </p:spPr>
            </p:sp>
            <p:sp>
              <p:nvSpPr>
                <p:cNvPr id="393" name="Rectangle 392"/>
                <p:cNvSpPr/>
                <p:nvPr userDrawn="1"/>
              </p:nvSpPr>
              <p:spPr bwMode="auto">
                <a:xfrm>
                  <a:off x="8989821" y="2208431"/>
                  <a:ext cx="383999" cy="383999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3999"/>
                  </a:schemeClr>
                </a:solidFill>
                <a:ln>
                  <a:noFill/>
                </a:ln>
              </p:spPr>
            </p:sp>
            <p:sp>
              <p:nvSpPr>
                <p:cNvPr id="394" name="Rectangle 393"/>
                <p:cNvSpPr/>
                <p:nvPr userDrawn="1"/>
              </p:nvSpPr>
              <p:spPr bwMode="auto">
                <a:xfrm>
                  <a:off x="9371999" y="2208431"/>
                  <a:ext cx="383999" cy="383999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3000"/>
                  </a:schemeClr>
                </a:solidFill>
                <a:ln>
                  <a:noFill/>
                </a:ln>
              </p:spPr>
            </p:sp>
            <p:sp>
              <p:nvSpPr>
                <p:cNvPr id="395" name="Rectangle 394"/>
                <p:cNvSpPr/>
                <p:nvPr userDrawn="1"/>
              </p:nvSpPr>
              <p:spPr bwMode="auto">
                <a:xfrm>
                  <a:off x="9754942" y="2208431"/>
                  <a:ext cx="383999" cy="38399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  <a:alpha val="26999"/>
                  </a:schemeClr>
                </a:solidFill>
                <a:ln>
                  <a:noFill/>
                </a:ln>
              </p:spPr>
            </p:sp>
            <p:sp>
              <p:nvSpPr>
                <p:cNvPr id="396" name="Rectangle 395"/>
                <p:cNvSpPr/>
                <p:nvPr userDrawn="1"/>
              </p:nvSpPr>
              <p:spPr bwMode="auto">
                <a:xfrm>
                  <a:off x="8988763" y="2976431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65000"/>
                  </a:schemeClr>
                </a:solidFill>
                <a:ln>
                  <a:noFill/>
                </a:ln>
              </p:spPr>
            </p:sp>
            <p:sp>
              <p:nvSpPr>
                <p:cNvPr id="397" name="Rectangle 396"/>
                <p:cNvSpPr/>
                <p:nvPr userDrawn="1"/>
              </p:nvSpPr>
              <p:spPr bwMode="auto">
                <a:xfrm>
                  <a:off x="9370942" y="2976431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398" name="Rectangle 397"/>
                <p:cNvSpPr/>
                <p:nvPr userDrawn="1"/>
              </p:nvSpPr>
              <p:spPr bwMode="auto">
                <a:xfrm>
                  <a:off x="9753885" y="2976431"/>
                  <a:ext cx="383999" cy="383999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7000"/>
                  </a:schemeClr>
                </a:solidFill>
                <a:ln>
                  <a:noFill/>
                </a:ln>
              </p:spPr>
            </p:sp>
          </p:grpSp>
        </p:grpSp>
      </p:grpSp>
      <p:grpSp>
        <p:nvGrpSpPr>
          <p:cNvPr id="941698094" name="Group 4"/>
          <p:cNvGrpSpPr/>
          <p:nvPr userDrawn="1"/>
        </p:nvGrpSpPr>
        <p:grpSpPr bwMode="auto">
          <a:xfrm>
            <a:off x="1" y="6597351"/>
            <a:ext cx="12191998" cy="290795"/>
            <a:chOff x="-22006" y="8796469"/>
            <a:chExt cx="6520455" cy="387727"/>
          </a:xfrm>
        </p:grpSpPr>
        <p:sp>
          <p:nvSpPr>
            <p:cNvPr id="464" name="Rectangle 463"/>
            <p:cNvSpPr/>
            <p:nvPr userDrawn="1"/>
          </p:nvSpPr>
          <p:spPr bwMode="auto">
            <a:xfrm>
              <a:off x="5345391" y="8799984"/>
              <a:ext cx="1152000" cy="38048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5" name="Rectangle 464"/>
            <p:cNvSpPr/>
            <p:nvPr userDrawn="1"/>
          </p:nvSpPr>
          <p:spPr bwMode="auto">
            <a:xfrm>
              <a:off x="5349327" y="8799984"/>
              <a:ext cx="383999" cy="383999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22000"/>
              </a:schemeClr>
            </a:solidFill>
            <a:ln>
              <a:noFill/>
            </a:ln>
          </p:spPr>
        </p:sp>
        <p:sp>
          <p:nvSpPr>
            <p:cNvPr id="466" name="Rectangle 465"/>
            <p:cNvSpPr/>
            <p:nvPr userDrawn="1"/>
          </p:nvSpPr>
          <p:spPr bwMode="auto">
            <a:xfrm>
              <a:off x="5731506" y="8799984"/>
              <a:ext cx="383999" cy="383999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0"/>
              </a:schemeClr>
            </a:solidFill>
            <a:ln>
              <a:noFill/>
            </a:ln>
          </p:spPr>
        </p:sp>
        <p:sp>
          <p:nvSpPr>
            <p:cNvPr id="467" name="Rectangle 466"/>
            <p:cNvSpPr/>
            <p:nvPr userDrawn="1"/>
          </p:nvSpPr>
          <p:spPr bwMode="auto">
            <a:xfrm>
              <a:off x="6114449" y="8799984"/>
              <a:ext cx="383999" cy="383999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  <p:sp>
          <p:nvSpPr>
            <p:cNvPr id="468" name="Rectangle 467"/>
            <p:cNvSpPr/>
            <p:nvPr userDrawn="1"/>
          </p:nvSpPr>
          <p:spPr bwMode="auto">
            <a:xfrm>
              <a:off x="4193391" y="8796469"/>
              <a:ext cx="1152000" cy="38048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69" name="Rectangle 468"/>
            <p:cNvSpPr/>
            <p:nvPr userDrawn="1"/>
          </p:nvSpPr>
          <p:spPr bwMode="auto">
            <a:xfrm>
              <a:off x="4197327" y="8796469"/>
              <a:ext cx="383999" cy="383999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22000"/>
              </a:schemeClr>
            </a:solidFill>
            <a:ln>
              <a:noFill/>
            </a:ln>
          </p:spPr>
        </p:sp>
        <p:sp>
          <p:nvSpPr>
            <p:cNvPr id="470" name="Rectangle 469"/>
            <p:cNvSpPr/>
            <p:nvPr userDrawn="1"/>
          </p:nvSpPr>
          <p:spPr bwMode="auto">
            <a:xfrm>
              <a:off x="4579506" y="8796469"/>
              <a:ext cx="383999" cy="383999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0"/>
              </a:schemeClr>
            </a:solidFill>
            <a:ln>
              <a:noFill/>
            </a:ln>
          </p:spPr>
        </p:sp>
        <p:sp>
          <p:nvSpPr>
            <p:cNvPr id="471" name="Rectangle 470"/>
            <p:cNvSpPr/>
            <p:nvPr userDrawn="1"/>
          </p:nvSpPr>
          <p:spPr bwMode="auto">
            <a:xfrm>
              <a:off x="4962449" y="8796469"/>
              <a:ext cx="383999" cy="383999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50000"/>
              </a:schemeClr>
            </a:solidFill>
            <a:ln>
              <a:noFill/>
            </a:ln>
          </p:spPr>
        </p:sp>
        <p:sp>
          <p:nvSpPr>
            <p:cNvPr id="472" name="Rectangle 471"/>
            <p:cNvSpPr/>
            <p:nvPr userDrawn="1"/>
          </p:nvSpPr>
          <p:spPr bwMode="auto">
            <a:xfrm>
              <a:off x="3040334" y="8799984"/>
              <a:ext cx="1152000" cy="38048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73" name="Rectangle 472"/>
            <p:cNvSpPr/>
            <p:nvPr userDrawn="1"/>
          </p:nvSpPr>
          <p:spPr bwMode="auto">
            <a:xfrm>
              <a:off x="3044270" y="8799984"/>
              <a:ext cx="383999" cy="383999"/>
            </a:xfrm>
            <a:prstGeom prst="rect">
              <a:avLst/>
            </a:prstGeom>
            <a:solidFill>
              <a:schemeClr val="accent2">
                <a:lumMod val="75000"/>
                <a:alpha val="46000"/>
              </a:schemeClr>
            </a:solidFill>
            <a:ln>
              <a:noFill/>
            </a:ln>
          </p:spPr>
        </p:sp>
        <p:sp>
          <p:nvSpPr>
            <p:cNvPr id="474" name="Rectangle 473"/>
            <p:cNvSpPr/>
            <p:nvPr userDrawn="1"/>
          </p:nvSpPr>
          <p:spPr bwMode="auto">
            <a:xfrm>
              <a:off x="3426449" y="8799984"/>
              <a:ext cx="383999" cy="383999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30000"/>
              </a:schemeClr>
            </a:solidFill>
            <a:ln>
              <a:noFill/>
            </a:ln>
          </p:spPr>
        </p:sp>
        <p:sp>
          <p:nvSpPr>
            <p:cNvPr id="475" name="Rectangle 474"/>
            <p:cNvSpPr/>
            <p:nvPr userDrawn="1"/>
          </p:nvSpPr>
          <p:spPr bwMode="auto">
            <a:xfrm>
              <a:off x="3809391" y="8799984"/>
              <a:ext cx="383999" cy="383999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76000"/>
              </a:schemeClr>
            </a:solidFill>
            <a:ln>
              <a:noFill/>
            </a:ln>
          </p:spPr>
        </p:sp>
        <p:sp>
          <p:nvSpPr>
            <p:cNvPr id="476" name="Rectangle 475"/>
            <p:cNvSpPr/>
            <p:nvPr userDrawn="1"/>
          </p:nvSpPr>
          <p:spPr bwMode="auto">
            <a:xfrm>
              <a:off x="1890803" y="8796469"/>
              <a:ext cx="1152000" cy="38048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477" name="Rectangle 476"/>
            <p:cNvSpPr/>
            <p:nvPr userDrawn="1"/>
          </p:nvSpPr>
          <p:spPr bwMode="auto">
            <a:xfrm>
              <a:off x="1894739" y="8796469"/>
              <a:ext cx="383999" cy="383999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35000"/>
              </a:schemeClr>
            </a:solidFill>
            <a:ln>
              <a:noFill/>
            </a:ln>
          </p:spPr>
        </p:sp>
        <p:sp>
          <p:nvSpPr>
            <p:cNvPr id="478" name="Rectangle 477"/>
            <p:cNvSpPr/>
            <p:nvPr userDrawn="1"/>
          </p:nvSpPr>
          <p:spPr bwMode="auto">
            <a:xfrm>
              <a:off x="2276918" y="8796469"/>
              <a:ext cx="383999" cy="383999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0"/>
              </a:schemeClr>
            </a:solidFill>
            <a:ln>
              <a:noFill/>
            </a:ln>
          </p:spPr>
        </p:sp>
        <p:sp>
          <p:nvSpPr>
            <p:cNvPr id="479" name="Rectangle 478"/>
            <p:cNvSpPr/>
            <p:nvPr userDrawn="1"/>
          </p:nvSpPr>
          <p:spPr bwMode="auto">
            <a:xfrm>
              <a:off x="2659861" y="8796469"/>
              <a:ext cx="383999" cy="383999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  <p:sp>
          <p:nvSpPr>
            <p:cNvPr id="480" name="Rectangle 479"/>
            <p:cNvSpPr/>
            <p:nvPr userDrawn="1"/>
          </p:nvSpPr>
          <p:spPr bwMode="auto">
            <a:xfrm>
              <a:off x="741989" y="8796469"/>
              <a:ext cx="1152000" cy="38399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81" name="Rectangle 480"/>
            <p:cNvSpPr/>
            <p:nvPr userDrawn="1"/>
          </p:nvSpPr>
          <p:spPr bwMode="auto">
            <a:xfrm>
              <a:off x="745925" y="8796469"/>
              <a:ext cx="383999" cy="383999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3999"/>
              </a:schemeClr>
            </a:solidFill>
            <a:ln>
              <a:noFill/>
            </a:ln>
          </p:spPr>
        </p:sp>
        <p:sp>
          <p:nvSpPr>
            <p:cNvPr id="482" name="Rectangle 481"/>
            <p:cNvSpPr/>
            <p:nvPr userDrawn="1"/>
          </p:nvSpPr>
          <p:spPr bwMode="auto">
            <a:xfrm>
              <a:off x="1128103" y="8796469"/>
              <a:ext cx="383999" cy="383999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23000"/>
              </a:schemeClr>
            </a:solidFill>
            <a:ln>
              <a:noFill/>
            </a:ln>
          </p:spPr>
        </p:sp>
        <p:sp>
          <p:nvSpPr>
            <p:cNvPr id="483" name="Rectangle 482"/>
            <p:cNvSpPr/>
            <p:nvPr userDrawn="1"/>
          </p:nvSpPr>
          <p:spPr bwMode="auto">
            <a:xfrm>
              <a:off x="1511046" y="8796469"/>
              <a:ext cx="383999" cy="383999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6999"/>
              </a:schemeClr>
            </a:solidFill>
            <a:ln>
              <a:noFill/>
            </a:ln>
          </p:spPr>
        </p:sp>
        <p:sp>
          <p:nvSpPr>
            <p:cNvPr id="484" name="Rectangle 483"/>
            <p:cNvSpPr/>
            <p:nvPr userDrawn="1"/>
          </p:nvSpPr>
          <p:spPr bwMode="auto">
            <a:xfrm>
              <a:off x="-22006" y="8800197"/>
              <a:ext cx="770417" cy="38027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85" name="Rectangle 484"/>
            <p:cNvSpPr/>
            <p:nvPr userDrawn="1"/>
          </p:nvSpPr>
          <p:spPr bwMode="auto">
            <a:xfrm>
              <a:off x="-17473" y="8800197"/>
              <a:ext cx="383999" cy="383999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0"/>
              </a:schemeClr>
            </a:solidFill>
            <a:ln>
              <a:noFill/>
            </a:ln>
          </p:spPr>
        </p:sp>
        <p:sp>
          <p:nvSpPr>
            <p:cNvPr id="486" name="Rectangle 485"/>
            <p:cNvSpPr/>
            <p:nvPr userDrawn="1"/>
          </p:nvSpPr>
          <p:spPr bwMode="auto">
            <a:xfrm>
              <a:off x="365469" y="8800197"/>
              <a:ext cx="383999" cy="383999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67433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4987412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65391491" name="Date Placeholder 14"/>
          <p:cNvSpPr>
            <a:spLocks noGrp="1"/>
          </p:cNvSpPr>
          <p:nvPr>
            <p:ph type="dt" sz="half" idx="10"/>
          </p:nvPr>
        </p:nvSpPr>
        <p:spPr bwMode="auto">
          <a:xfrm>
            <a:off x="607261" y="6109507"/>
            <a:ext cx="2844799" cy="365125"/>
          </a:xfrm>
        </p:spPr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26.12.2019</a:t>
            </a:fld>
            <a:endParaRPr/>
          </a:p>
        </p:txBody>
      </p:sp>
      <p:sp>
        <p:nvSpPr>
          <p:cNvPr id="710404194" name="Footer Placeholder 15"/>
          <p:cNvSpPr>
            <a:spLocks noGrp="1"/>
          </p:cNvSpPr>
          <p:nvPr>
            <p:ph type="ftr" sz="quarter" idx="11"/>
          </p:nvPr>
        </p:nvSpPr>
        <p:spPr bwMode="auto">
          <a:xfrm>
            <a:off x="7758885" y="6132835"/>
            <a:ext cx="3860799" cy="365125"/>
          </a:xfr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443634" name="Slide Number Placeholder 17"/>
          <p:cNvSpPr>
            <a:spLocks noGrp="1"/>
          </p:cNvSpPr>
          <p:nvPr>
            <p:ph type="sldNum" sz="quarter" idx="12"/>
          </p:nvPr>
        </p:nvSpPr>
        <p:spPr bwMode="auto">
          <a:xfrm>
            <a:off x="5190395" y="6132835"/>
            <a:ext cx="952634" cy="365125"/>
          </a:xfrm>
        </p:spPr>
        <p:txBody>
          <a:bodyPr/>
          <a:lstStyle/>
          <a:p>
            <a:pPr>
              <a:defRPr/>
            </a:pPr>
            <a:fld id="{91974DF9-AD47-4691-BA21-BBFCE3637A9A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387985" name="Title 1"/>
          <p:cNvSpPr>
            <a:spLocks noGrp="1"/>
          </p:cNvSpPr>
          <p:nvPr>
            <p:ph type="title"/>
          </p:nvPr>
        </p:nvSpPr>
        <p:spPr bwMode="auto">
          <a:xfrm>
            <a:off x="623391" y="980729"/>
            <a:ext cx="10945215" cy="1002034"/>
          </a:xfrm>
          <a:prstGeom prst="rect">
            <a:avLst/>
          </a:prstGeom>
          <a:noFill/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9656161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3391" y="2060847"/>
            <a:ext cx="10945215" cy="3960439"/>
          </a:xfrm>
        </p:spPr>
        <p:txBody>
          <a:bodyPr anchor="t" anchorCtr="0"/>
          <a:lstStyle>
            <a:lvl1pPr marL="0" indent="0">
              <a:buNone/>
              <a:defRPr sz="20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50987373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26.12.2019</a:t>
            </a:fld>
            <a:endParaRPr/>
          </a:p>
        </p:txBody>
      </p:sp>
      <p:sp>
        <p:nvSpPr>
          <p:cNvPr id="7240626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29235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1974DF9-AD47-4691-BA21-BBFCE3637A9A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130131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423317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9641114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423317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21034205" name="Date Placeholder 7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26.12.2019</a:t>
            </a:fld>
            <a:endParaRPr/>
          </a:p>
        </p:txBody>
      </p:sp>
      <p:sp>
        <p:nvSpPr>
          <p:cNvPr id="948351128" name="Footer Placeholder 8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6700229" name="Slide Number Placeholder 9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1974DF9-AD47-4691-BA21-BBFCE3637A9A}" type="slidenum">
              <a:rPr/>
              <a:t>‹#›</a:t>
            </a:fld>
            <a:endParaRPr/>
          </a:p>
        </p:txBody>
      </p:sp>
      <p:sp>
        <p:nvSpPr>
          <p:cNvPr id="763871092" name="Title 10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38183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412775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65314910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052538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6039522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68" y="1412775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79927056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68" y="2052538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333612093" name="Date Placeholder 9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26.12.2019</a:t>
            </a:fld>
            <a:endParaRPr/>
          </a:p>
        </p:txBody>
      </p:sp>
      <p:sp>
        <p:nvSpPr>
          <p:cNvPr id="34155622" name="Footer Placeholder 10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6780905" name="Slide Number Placeholder 1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1974DF9-AD47-4691-BA21-BBFCE3637A9A}" type="slidenum">
              <a:rPr/>
              <a:t>‹#›</a:t>
            </a:fld>
            <a:endParaRPr/>
          </a:p>
        </p:txBody>
      </p:sp>
      <p:sp>
        <p:nvSpPr>
          <p:cNvPr id="1277155464" name="Title 12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5048413" name="Title 8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54155397" name="Date Placeholder 9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26.12.2019</a:t>
            </a:fld>
            <a:endParaRPr/>
          </a:p>
        </p:txBody>
      </p:sp>
      <p:sp>
        <p:nvSpPr>
          <p:cNvPr id="1008163118" name="Footer Placeholder 10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8483909" name="Slide Number Placeholder 1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1974DF9-AD47-4691-BA21-BBFCE3637A9A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9371699" name="Date Placeholder 18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26.12.2019</a:t>
            </a:fld>
            <a:endParaRPr/>
          </a:p>
        </p:txBody>
      </p:sp>
      <p:sp>
        <p:nvSpPr>
          <p:cNvPr id="1090517154" name="Footer Placeholder 19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2365236" name="Slide Number Placeholder 20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1974DF9-AD47-4691-BA21-BBFCE3637A9A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3323537" name="Content Placeholder 2"/>
          <p:cNvSpPr>
            <a:spLocks noGrp="1"/>
          </p:cNvSpPr>
          <p:nvPr>
            <p:ph idx="1"/>
          </p:nvPr>
        </p:nvSpPr>
        <p:spPr bwMode="auto">
          <a:xfrm>
            <a:off x="4847861" y="1196753"/>
            <a:ext cx="6816757" cy="482453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89554042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23393" y="1196753"/>
            <a:ext cx="4011084" cy="482453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43224932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26.12.2019</a:t>
            </a:fld>
            <a:endParaRPr/>
          </a:p>
        </p:txBody>
      </p:sp>
      <p:sp>
        <p:nvSpPr>
          <p:cNvPr id="93996729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911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  <p:sp>
        <p:nvSpPr>
          <p:cNvPr id="260672233" name="Title 8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470723" name="Title 1"/>
          <p:cNvSpPr>
            <a:spLocks noGrp="1"/>
          </p:cNvSpPr>
          <p:nvPr>
            <p:ph type="title"/>
          </p:nvPr>
        </p:nvSpPr>
        <p:spPr bwMode="auto">
          <a:xfrm>
            <a:off x="2389717" y="4797151"/>
            <a:ext cx="7315200" cy="576063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212140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1196751"/>
            <a:ext cx="7315200" cy="352839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146301419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445223"/>
            <a:ext cx="7315200" cy="50296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695117963" name="Date Placeholder 8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26.12.2019</a:t>
            </a:fld>
            <a:endParaRPr/>
          </a:p>
        </p:txBody>
      </p:sp>
      <p:sp>
        <p:nvSpPr>
          <p:cNvPr id="1441489338" name="Footer Placeholder 9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1865708" name="Slide Number Placeholder 10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1974DF9-AD47-4691-BA21-BBFCE3637A9A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14807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7062125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88877991" name="Date Placeholder 9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26.12.2019</a:t>
            </a:fld>
            <a:endParaRPr/>
          </a:p>
        </p:txBody>
      </p:sp>
      <p:sp>
        <p:nvSpPr>
          <p:cNvPr id="1724776038" name="Footer Placeholder 10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4745657" name="Slide Number Placeholder 1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1974DF9-AD47-4691-BA21-BBFCE3637A9A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297511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980729"/>
            <a:ext cx="2743200" cy="5040559"/>
          </a:xfrm>
        </p:spPr>
        <p:txBody>
          <a:bodyPr vert="eaVert"/>
          <a:lstStyle>
            <a:lvl1pPr>
              <a:defRPr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1617797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980727"/>
            <a:ext cx="8026399" cy="5040561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394064251" name="Date Placeholder 9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26.12.2019</a:t>
            </a:fld>
            <a:endParaRPr/>
          </a:p>
        </p:txBody>
      </p:sp>
      <p:sp>
        <p:nvSpPr>
          <p:cNvPr id="649748607" name="Footer Placeholder 10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4270602" name="Slide Number Placeholder 1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1974DF9-AD47-4691-BA21-BBFCE3637A9A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0203530" name="Rectangle 245"/>
          <p:cNvSpPr/>
          <p:nvPr userDrawn="1"/>
        </p:nvSpPr>
        <p:spPr bwMode="auto">
          <a:xfrm>
            <a:off x="759075" y="-8406"/>
            <a:ext cx="1144579" cy="864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701207472" name="Rectangle 350"/>
          <p:cNvSpPr/>
          <p:nvPr userDrawn="1"/>
        </p:nvSpPr>
        <p:spPr bwMode="auto">
          <a:xfrm>
            <a:off x="1" y="-5610"/>
            <a:ext cx="765454" cy="86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627211241" name="Group 6"/>
          <p:cNvGrpSpPr/>
          <p:nvPr userDrawn="1"/>
        </p:nvGrpSpPr>
        <p:grpSpPr bwMode="auto">
          <a:xfrm>
            <a:off x="2" y="-8405"/>
            <a:ext cx="12199158" cy="867598"/>
            <a:chOff x="1" y="-11207"/>
            <a:chExt cx="12199158" cy="1156798"/>
          </a:xfrm>
        </p:grpSpPr>
        <p:grpSp>
          <p:nvGrpSpPr>
            <p:cNvPr id="113" name="Group 112"/>
            <p:cNvGrpSpPr/>
            <p:nvPr userDrawn="1"/>
          </p:nvGrpSpPr>
          <p:grpSpPr bwMode="auto">
            <a:xfrm>
              <a:off x="11052937" y="-6409"/>
              <a:ext cx="1146222" cy="1147201"/>
              <a:chOff x="8985289" y="2208431"/>
              <a:chExt cx="1153653" cy="1152000"/>
            </a:xfrm>
          </p:grpSpPr>
          <p:sp>
            <p:nvSpPr>
              <p:cNvPr id="6" name="Rectangle 5"/>
              <p:cNvSpPr/>
              <p:nvPr userDrawn="1"/>
            </p:nvSpPr>
            <p:spPr bwMode="auto">
              <a:xfrm>
                <a:off x="8985885" y="2208431"/>
                <a:ext cx="1152000" cy="1152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5" name="Group 4"/>
              <p:cNvGrpSpPr/>
              <p:nvPr userDrawn="1"/>
            </p:nvGrpSpPr>
            <p:grpSpPr bwMode="auto">
              <a:xfrm>
                <a:off x="8985289" y="2208431"/>
                <a:ext cx="1153653" cy="1152000"/>
                <a:chOff x="8985289" y="2208431"/>
                <a:chExt cx="1153653" cy="1152000"/>
              </a:xfrm>
            </p:grpSpPr>
            <p:sp>
              <p:nvSpPr>
                <p:cNvPr id="158" name="Rectangle 157"/>
                <p:cNvSpPr/>
                <p:nvPr userDrawn="1"/>
              </p:nvSpPr>
              <p:spPr bwMode="auto">
                <a:xfrm>
                  <a:off x="8985289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45000"/>
                  </a:schemeClr>
                </a:solidFill>
                <a:ln>
                  <a:noFill/>
                </a:ln>
              </p:spPr>
            </p:sp>
            <p:sp>
              <p:nvSpPr>
                <p:cNvPr id="159" name="Rectangle 158"/>
                <p:cNvSpPr/>
                <p:nvPr userDrawn="1"/>
              </p:nvSpPr>
              <p:spPr bwMode="auto">
                <a:xfrm>
                  <a:off x="9367467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60000"/>
                  </a:schemeClr>
                </a:solidFill>
                <a:ln>
                  <a:noFill/>
                </a:ln>
              </p:spPr>
            </p:sp>
            <p:sp>
              <p:nvSpPr>
                <p:cNvPr id="160" name="Rectangle 159"/>
                <p:cNvSpPr/>
                <p:nvPr userDrawn="1"/>
              </p:nvSpPr>
              <p:spPr bwMode="auto">
                <a:xfrm>
                  <a:off x="9750410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45000"/>
                  </a:schemeClr>
                </a:solidFill>
                <a:ln>
                  <a:noFill/>
                </a:ln>
              </p:spPr>
            </p:sp>
            <p:sp>
              <p:nvSpPr>
                <p:cNvPr id="161" name="Rectangle 160"/>
                <p:cNvSpPr/>
                <p:nvPr userDrawn="1"/>
              </p:nvSpPr>
              <p:spPr bwMode="auto">
                <a:xfrm>
                  <a:off x="8989821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22000"/>
                  </a:schemeClr>
                </a:solidFill>
                <a:ln>
                  <a:noFill/>
                </a:ln>
              </p:spPr>
            </p:sp>
            <p:sp>
              <p:nvSpPr>
                <p:cNvPr id="162" name="Rectangle 161"/>
                <p:cNvSpPr/>
                <p:nvPr userDrawn="1"/>
              </p:nvSpPr>
              <p:spPr bwMode="auto">
                <a:xfrm>
                  <a:off x="9371999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163" name="Rectangle 162"/>
                <p:cNvSpPr/>
                <p:nvPr userDrawn="1"/>
              </p:nvSpPr>
              <p:spPr bwMode="auto">
                <a:xfrm>
                  <a:off x="9754942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164" name="Rectangle 163"/>
                <p:cNvSpPr/>
                <p:nvPr userDrawn="1"/>
              </p:nvSpPr>
              <p:spPr bwMode="auto">
                <a:xfrm>
                  <a:off x="8988763" y="2976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</p:sp>
            <p:sp>
              <p:nvSpPr>
                <p:cNvPr id="165" name="Rectangle 164"/>
                <p:cNvSpPr/>
                <p:nvPr userDrawn="1"/>
              </p:nvSpPr>
              <p:spPr bwMode="auto">
                <a:xfrm>
                  <a:off x="9370942" y="2976431"/>
                  <a:ext cx="383999" cy="383999"/>
                </a:xfrm>
                <a:prstGeom prst="rect">
                  <a:avLst/>
                </a:prstGeom>
                <a:solidFill>
                  <a:schemeClr val="tx2">
                    <a:lumMod val="75000"/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166" name="Rectangle 165"/>
                <p:cNvSpPr/>
                <p:nvPr userDrawn="1"/>
              </p:nvSpPr>
              <p:spPr bwMode="auto">
                <a:xfrm>
                  <a:off x="9753885" y="2976431"/>
                  <a:ext cx="383999" cy="383999"/>
                </a:xfrm>
                <a:prstGeom prst="rect">
                  <a:avLst/>
                </a:prstGeom>
                <a:solidFill>
                  <a:schemeClr val="tx2">
                    <a:lumMod val="75000"/>
                    <a:alpha val="20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191" name="Group 190"/>
            <p:cNvGrpSpPr/>
            <p:nvPr userDrawn="1"/>
          </p:nvGrpSpPr>
          <p:grpSpPr bwMode="auto">
            <a:xfrm>
              <a:off x="9908949" y="-9923"/>
              <a:ext cx="1145630" cy="1152000"/>
              <a:chOff x="8985885" y="2208431"/>
              <a:chExt cx="1153057" cy="1152000"/>
            </a:xfrm>
          </p:grpSpPr>
          <p:sp>
            <p:nvSpPr>
              <p:cNvPr id="192" name="Rectangle 191"/>
              <p:cNvSpPr/>
              <p:nvPr userDrawn="1"/>
            </p:nvSpPr>
            <p:spPr bwMode="auto">
              <a:xfrm>
                <a:off x="8985885" y="2208431"/>
                <a:ext cx="1152000" cy="11520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grpSp>
            <p:nvGrpSpPr>
              <p:cNvPr id="193" name="Group 192"/>
              <p:cNvGrpSpPr/>
              <p:nvPr userDrawn="1"/>
            </p:nvGrpSpPr>
            <p:grpSpPr bwMode="auto">
              <a:xfrm>
                <a:off x="8988763" y="2208431"/>
                <a:ext cx="1150178" cy="1152000"/>
                <a:chOff x="8988763" y="2208431"/>
                <a:chExt cx="1150178" cy="1152000"/>
              </a:xfrm>
            </p:grpSpPr>
            <p:sp>
              <p:nvSpPr>
                <p:cNvPr id="194" name="Rectangle 193"/>
                <p:cNvSpPr/>
                <p:nvPr userDrawn="1"/>
              </p:nvSpPr>
              <p:spPr bwMode="auto">
                <a:xfrm>
                  <a:off x="8989821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195" name="Rectangle 194"/>
                <p:cNvSpPr/>
                <p:nvPr userDrawn="1"/>
              </p:nvSpPr>
              <p:spPr bwMode="auto">
                <a:xfrm>
                  <a:off x="9371999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40000"/>
                  </a:schemeClr>
                </a:solidFill>
                <a:ln>
                  <a:noFill/>
                </a:ln>
              </p:spPr>
            </p:sp>
            <p:sp>
              <p:nvSpPr>
                <p:cNvPr id="196" name="Rectangle 195"/>
                <p:cNvSpPr/>
                <p:nvPr userDrawn="1"/>
              </p:nvSpPr>
              <p:spPr bwMode="auto">
                <a:xfrm>
                  <a:off x="9754942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30000"/>
                  </a:schemeClr>
                </a:solidFill>
                <a:ln>
                  <a:noFill/>
                </a:ln>
              </p:spPr>
            </p:sp>
            <p:sp>
              <p:nvSpPr>
                <p:cNvPr id="197" name="Rectangle 196"/>
                <p:cNvSpPr/>
                <p:nvPr userDrawn="1"/>
              </p:nvSpPr>
              <p:spPr bwMode="auto">
                <a:xfrm>
                  <a:off x="8989821" y="2208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22000"/>
                  </a:schemeClr>
                </a:solidFill>
                <a:ln>
                  <a:noFill/>
                </a:ln>
              </p:spPr>
            </p:sp>
            <p:sp>
              <p:nvSpPr>
                <p:cNvPr id="198" name="Rectangle 197"/>
                <p:cNvSpPr/>
                <p:nvPr userDrawn="1"/>
              </p:nvSpPr>
              <p:spPr bwMode="auto">
                <a:xfrm>
                  <a:off x="9371999" y="2208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199" name="Rectangle 198"/>
                <p:cNvSpPr/>
                <p:nvPr userDrawn="1"/>
              </p:nvSpPr>
              <p:spPr bwMode="auto">
                <a:xfrm>
                  <a:off x="9754942" y="2208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200" name="Rectangle 199"/>
                <p:cNvSpPr/>
                <p:nvPr userDrawn="1"/>
              </p:nvSpPr>
              <p:spPr bwMode="auto">
                <a:xfrm>
                  <a:off x="8988763" y="2976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50000"/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201" name="Rectangle 200"/>
                <p:cNvSpPr/>
                <p:nvPr userDrawn="1"/>
              </p:nvSpPr>
              <p:spPr bwMode="auto">
                <a:xfrm>
                  <a:off x="9370942" y="2976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>
                  <a:noFill/>
                </a:ln>
              </p:spPr>
            </p:sp>
            <p:sp>
              <p:nvSpPr>
                <p:cNvPr id="202" name="Rectangle 201"/>
                <p:cNvSpPr/>
                <p:nvPr userDrawn="1"/>
              </p:nvSpPr>
              <p:spPr bwMode="auto">
                <a:xfrm>
                  <a:off x="9753885" y="2976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75000"/>
                    <a:alpha val="20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203" name="Group 202"/>
            <p:cNvGrpSpPr/>
            <p:nvPr userDrawn="1"/>
          </p:nvGrpSpPr>
          <p:grpSpPr bwMode="auto">
            <a:xfrm>
              <a:off x="8763318" y="-6409"/>
              <a:ext cx="1149082" cy="1152000"/>
              <a:chOff x="8985885" y="2208431"/>
              <a:chExt cx="1156531" cy="1152000"/>
            </a:xfrm>
          </p:grpSpPr>
          <p:sp>
            <p:nvSpPr>
              <p:cNvPr id="204" name="Rectangle 203"/>
              <p:cNvSpPr/>
              <p:nvPr userDrawn="1"/>
            </p:nvSpPr>
            <p:spPr bwMode="auto">
              <a:xfrm>
                <a:off x="8985885" y="2208431"/>
                <a:ext cx="1152000" cy="115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grpSp>
            <p:nvGrpSpPr>
              <p:cNvPr id="205" name="Group 204"/>
              <p:cNvGrpSpPr/>
              <p:nvPr userDrawn="1"/>
            </p:nvGrpSpPr>
            <p:grpSpPr bwMode="auto">
              <a:xfrm>
                <a:off x="8988763" y="2208431"/>
                <a:ext cx="1153653" cy="1152000"/>
                <a:chOff x="8988763" y="2208431"/>
                <a:chExt cx="1153653" cy="1152000"/>
              </a:xfrm>
            </p:grpSpPr>
            <p:sp>
              <p:nvSpPr>
                <p:cNvPr id="206" name="Rectangle 205"/>
                <p:cNvSpPr/>
                <p:nvPr userDrawn="1"/>
              </p:nvSpPr>
              <p:spPr bwMode="auto">
                <a:xfrm>
                  <a:off x="8989821" y="2592432"/>
                  <a:ext cx="383999" cy="383999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ln>
                  <a:noFill/>
                </a:ln>
              </p:spPr>
            </p:sp>
            <p:sp>
              <p:nvSpPr>
                <p:cNvPr id="207" name="Rectangle 206"/>
                <p:cNvSpPr/>
                <p:nvPr userDrawn="1"/>
              </p:nvSpPr>
              <p:spPr bwMode="auto">
                <a:xfrm>
                  <a:off x="9371999" y="2592432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62000"/>
                  </a:schemeClr>
                </a:solidFill>
                <a:ln>
                  <a:noFill/>
                </a:ln>
              </p:spPr>
            </p:sp>
            <p:sp>
              <p:nvSpPr>
                <p:cNvPr id="208" name="Rectangle 207"/>
                <p:cNvSpPr/>
                <p:nvPr userDrawn="1"/>
              </p:nvSpPr>
              <p:spPr bwMode="auto">
                <a:xfrm>
                  <a:off x="9754942" y="2592432"/>
                  <a:ext cx="383999" cy="383999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55000"/>
                  </a:schemeClr>
                </a:solidFill>
                <a:ln>
                  <a:noFill/>
                </a:ln>
              </p:spPr>
            </p:sp>
            <p:sp>
              <p:nvSpPr>
                <p:cNvPr id="209" name="Rectangle 208"/>
                <p:cNvSpPr/>
                <p:nvPr userDrawn="1"/>
              </p:nvSpPr>
              <p:spPr bwMode="auto">
                <a:xfrm>
                  <a:off x="8989821" y="2208431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46000"/>
                  </a:schemeClr>
                </a:solidFill>
                <a:ln>
                  <a:noFill/>
                </a:ln>
              </p:spPr>
            </p:sp>
            <p:sp>
              <p:nvSpPr>
                <p:cNvPr id="210" name="Rectangle 209"/>
                <p:cNvSpPr/>
                <p:nvPr userDrawn="1"/>
              </p:nvSpPr>
              <p:spPr bwMode="auto">
                <a:xfrm>
                  <a:off x="9371999" y="2208431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  <a:alpha val="30000"/>
                  </a:schemeClr>
                </a:solidFill>
                <a:ln>
                  <a:noFill/>
                </a:ln>
              </p:spPr>
            </p:sp>
            <p:sp>
              <p:nvSpPr>
                <p:cNvPr id="211" name="Rectangle 210"/>
                <p:cNvSpPr/>
                <p:nvPr userDrawn="1"/>
              </p:nvSpPr>
              <p:spPr bwMode="auto">
                <a:xfrm>
                  <a:off x="9754942" y="2208431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  <a:alpha val="76000"/>
                  </a:schemeClr>
                </a:solidFill>
                <a:ln>
                  <a:noFill/>
                </a:ln>
              </p:spPr>
            </p:sp>
            <p:sp>
              <p:nvSpPr>
                <p:cNvPr id="212" name="Rectangle 211"/>
                <p:cNvSpPr/>
                <p:nvPr userDrawn="1"/>
              </p:nvSpPr>
              <p:spPr bwMode="auto">
                <a:xfrm>
                  <a:off x="8988763" y="2976431"/>
                  <a:ext cx="383999" cy="383999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30000"/>
                  </a:schemeClr>
                </a:solidFill>
                <a:ln>
                  <a:noFill/>
                </a:ln>
              </p:spPr>
            </p:sp>
            <p:sp>
              <p:nvSpPr>
                <p:cNvPr id="213" name="Rectangle 212"/>
                <p:cNvSpPr/>
                <p:nvPr userDrawn="1"/>
              </p:nvSpPr>
              <p:spPr bwMode="auto">
                <a:xfrm>
                  <a:off x="9370942" y="2976431"/>
                  <a:ext cx="383999" cy="383999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214" name="Rectangle 213"/>
                <p:cNvSpPr/>
                <p:nvPr userDrawn="1"/>
              </p:nvSpPr>
              <p:spPr bwMode="auto">
                <a:xfrm>
                  <a:off x="9758417" y="2976431"/>
                  <a:ext cx="383999" cy="383999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20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215" name="Group 214"/>
            <p:cNvGrpSpPr/>
            <p:nvPr userDrawn="1"/>
          </p:nvGrpSpPr>
          <p:grpSpPr bwMode="auto">
            <a:xfrm>
              <a:off x="7621191" y="-9923"/>
              <a:ext cx="1145630" cy="1152000"/>
              <a:chOff x="8985885" y="2208431"/>
              <a:chExt cx="1153057" cy="1152000"/>
            </a:xfrm>
          </p:grpSpPr>
          <p:sp>
            <p:nvSpPr>
              <p:cNvPr id="216" name="Rectangle 215"/>
              <p:cNvSpPr/>
              <p:nvPr userDrawn="1"/>
            </p:nvSpPr>
            <p:spPr bwMode="auto">
              <a:xfrm>
                <a:off x="8985885" y="2208431"/>
                <a:ext cx="1152000" cy="1152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</p:sp>
          <p:grpSp>
            <p:nvGrpSpPr>
              <p:cNvPr id="217" name="Group 216"/>
              <p:cNvGrpSpPr/>
              <p:nvPr userDrawn="1"/>
            </p:nvGrpSpPr>
            <p:grpSpPr bwMode="auto">
              <a:xfrm>
                <a:off x="8988763" y="2208431"/>
                <a:ext cx="1150178" cy="1152000"/>
                <a:chOff x="8988763" y="2208431"/>
                <a:chExt cx="1150178" cy="1152000"/>
              </a:xfrm>
            </p:grpSpPr>
            <p:sp>
              <p:nvSpPr>
                <p:cNvPr id="218" name="Rectangle 217"/>
                <p:cNvSpPr/>
                <p:nvPr userDrawn="1"/>
              </p:nvSpPr>
              <p:spPr bwMode="auto">
                <a:xfrm>
                  <a:off x="8989821" y="2592432"/>
                  <a:ext cx="383999" cy="383999"/>
                </a:xfrm>
                <a:prstGeom prst="rect">
                  <a:avLst/>
                </a:prstGeom>
                <a:solidFill>
                  <a:schemeClr val="accent4">
                    <a:lumMod val="75000"/>
                    <a:alpha val="76000"/>
                  </a:schemeClr>
                </a:solidFill>
                <a:ln>
                  <a:noFill/>
                </a:ln>
              </p:spPr>
            </p:sp>
            <p:sp>
              <p:nvSpPr>
                <p:cNvPr id="219" name="Rectangle 218"/>
                <p:cNvSpPr/>
                <p:nvPr userDrawn="1"/>
              </p:nvSpPr>
              <p:spPr bwMode="auto">
                <a:xfrm>
                  <a:off x="9371999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38000"/>
                  </a:schemeClr>
                </a:solidFill>
                <a:ln>
                  <a:noFill/>
                </a:ln>
              </p:spPr>
            </p:sp>
            <p:sp>
              <p:nvSpPr>
                <p:cNvPr id="220" name="Rectangle 219"/>
                <p:cNvSpPr/>
                <p:nvPr userDrawn="1"/>
              </p:nvSpPr>
              <p:spPr bwMode="auto">
                <a:xfrm>
                  <a:off x="9754942" y="2592432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75000"/>
                    <a:alpha val="24000"/>
                  </a:schemeClr>
                </a:solidFill>
                <a:ln>
                  <a:noFill/>
                </a:ln>
              </p:spPr>
            </p:sp>
            <p:sp>
              <p:nvSpPr>
                <p:cNvPr id="221" name="Rectangle 220"/>
                <p:cNvSpPr/>
                <p:nvPr userDrawn="1"/>
              </p:nvSpPr>
              <p:spPr bwMode="auto">
                <a:xfrm>
                  <a:off x="8989821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35000"/>
                  </a:schemeClr>
                </a:solidFill>
                <a:ln>
                  <a:noFill/>
                </a:ln>
              </p:spPr>
            </p:sp>
            <p:sp>
              <p:nvSpPr>
                <p:cNvPr id="222" name="Rectangle 221"/>
                <p:cNvSpPr/>
                <p:nvPr userDrawn="1"/>
              </p:nvSpPr>
              <p:spPr bwMode="auto">
                <a:xfrm>
                  <a:off x="9371999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223" name="Rectangle 222"/>
                <p:cNvSpPr/>
                <p:nvPr userDrawn="1"/>
              </p:nvSpPr>
              <p:spPr bwMode="auto">
                <a:xfrm>
                  <a:off x="9754942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224" name="Rectangle 223"/>
                <p:cNvSpPr/>
                <p:nvPr userDrawn="1"/>
              </p:nvSpPr>
              <p:spPr bwMode="auto">
                <a:xfrm>
                  <a:off x="8988763" y="2976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25000"/>
                  </a:schemeClr>
                </a:solidFill>
                <a:ln>
                  <a:noFill/>
                </a:ln>
              </p:spPr>
            </p:sp>
            <p:sp>
              <p:nvSpPr>
                <p:cNvPr id="225" name="Rectangle 224"/>
                <p:cNvSpPr/>
                <p:nvPr userDrawn="1"/>
              </p:nvSpPr>
              <p:spPr bwMode="auto">
                <a:xfrm>
                  <a:off x="9370942" y="2976431"/>
                  <a:ext cx="383999" cy="383999"/>
                </a:xfrm>
                <a:prstGeom prst="rect">
                  <a:avLst/>
                </a:prstGeom>
                <a:solidFill>
                  <a:schemeClr val="tx2">
                    <a:lumMod val="60000"/>
                    <a:lumOff val="40000"/>
                    <a:alpha val="3999"/>
                  </a:schemeClr>
                </a:solidFill>
                <a:ln>
                  <a:noFill/>
                </a:ln>
              </p:spPr>
            </p:sp>
            <p:sp>
              <p:nvSpPr>
                <p:cNvPr id="226" name="Rectangle 225"/>
                <p:cNvSpPr/>
                <p:nvPr userDrawn="1"/>
              </p:nvSpPr>
              <p:spPr bwMode="auto">
                <a:xfrm>
                  <a:off x="9753885" y="2976431"/>
                  <a:ext cx="383999" cy="383999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9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227" name="Group 226"/>
            <p:cNvGrpSpPr/>
            <p:nvPr userDrawn="1"/>
          </p:nvGrpSpPr>
          <p:grpSpPr bwMode="auto">
            <a:xfrm>
              <a:off x="6479777" y="-9923"/>
              <a:ext cx="1145630" cy="1152000"/>
              <a:chOff x="8985885" y="2208431"/>
              <a:chExt cx="1153057" cy="1152000"/>
            </a:xfrm>
          </p:grpSpPr>
          <p:sp>
            <p:nvSpPr>
              <p:cNvPr id="228" name="Rectangle 227"/>
              <p:cNvSpPr/>
              <p:nvPr userDrawn="1"/>
            </p:nvSpPr>
            <p:spPr bwMode="auto">
              <a:xfrm>
                <a:off x="8985885" y="2208431"/>
                <a:ext cx="1152000" cy="115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grpSp>
            <p:nvGrpSpPr>
              <p:cNvPr id="229" name="Group 228"/>
              <p:cNvGrpSpPr/>
              <p:nvPr userDrawn="1"/>
            </p:nvGrpSpPr>
            <p:grpSpPr bwMode="auto">
              <a:xfrm>
                <a:off x="8988763" y="2208431"/>
                <a:ext cx="1150178" cy="1152000"/>
                <a:chOff x="8988763" y="2208431"/>
                <a:chExt cx="1150178" cy="1152000"/>
              </a:xfrm>
            </p:grpSpPr>
            <p:sp>
              <p:nvSpPr>
                <p:cNvPr id="230" name="Rectangle 229"/>
                <p:cNvSpPr/>
                <p:nvPr userDrawn="1"/>
              </p:nvSpPr>
              <p:spPr bwMode="auto">
                <a:xfrm>
                  <a:off x="8989821" y="2592432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48000"/>
                  </a:schemeClr>
                </a:solidFill>
                <a:ln>
                  <a:noFill/>
                </a:ln>
              </p:spPr>
            </p:sp>
            <p:sp>
              <p:nvSpPr>
                <p:cNvPr id="231" name="Rectangle 230"/>
                <p:cNvSpPr/>
                <p:nvPr userDrawn="1"/>
              </p:nvSpPr>
              <p:spPr bwMode="auto">
                <a:xfrm>
                  <a:off x="9371999" y="2592432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29000"/>
                  </a:schemeClr>
                </a:solidFill>
                <a:ln>
                  <a:noFill/>
                </a:ln>
              </p:spPr>
            </p:sp>
            <p:sp>
              <p:nvSpPr>
                <p:cNvPr id="232" name="Rectangle 231"/>
                <p:cNvSpPr/>
                <p:nvPr userDrawn="1"/>
              </p:nvSpPr>
              <p:spPr bwMode="auto">
                <a:xfrm>
                  <a:off x="9754942" y="2592432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15999"/>
                  </a:schemeClr>
                </a:solidFill>
                <a:ln>
                  <a:noFill/>
                </a:ln>
              </p:spPr>
            </p:sp>
            <p:sp>
              <p:nvSpPr>
                <p:cNvPr id="233" name="Rectangle 232"/>
                <p:cNvSpPr/>
                <p:nvPr userDrawn="1"/>
              </p:nvSpPr>
              <p:spPr bwMode="auto">
                <a:xfrm>
                  <a:off x="8989821" y="2208431"/>
                  <a:ext cx="383999" cy="383999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3999"/>
                  </a:schemeClr>
                </a:solidFill>
                <a:ln>
                  <a:noFill/>
                </a:ln>
              </p:spPr>
            </p:sp>
            <p:sp>
              <p:nvSpPr>
                <p:cNvPr id="234" name="Rectangle 233"/>
                <p:cNvSpPr/>
                <p:nvPr userDrawn="1"/>
              </p:nvSpPr>
              <p:spPr bwMode="auto">
                <a:xfrm>
                  <a:off x="9371999" y="2208431"/>
                  <a:ext cx="383999" cy="383999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3000"/>
                  </a:schemeClr>
                </a:solidFill>
                <a:ln>
                  <a:noFill/>
                </a:ln>
              </p:spPr>
            </p:sp>
            <p:sp>
              <p:nvSpPr>
                <p:cNvPr id="235" name="Rectangle 234"/>
                <p:cNvSpPr/>
                <p:nvPr userDrawn="1"/>
              </p:nvSpPr>
              <p:spPr bwMode="auto">
                <a:xfrm>
                  <a:off x="9754942" y="2208431"/>
                  <a:ext cx="383999" cy="38399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  <a:alpha val="26999"/>
                  </a:schemeClr>
                </a:solidFill>
                <a:ln>
                  <a:noFill/>
                </a:ln>
              </p:spPr>
            </p:sp>
            <p:sp>
              <p:nvSpPr>
                <p:cNvPr id="236" name="Rectangle 235"/>
                <p:cNvSpPr/>
                <p:nvPr userDrawn="1"/>
              </p:nvSpPr>
              <p:spPr bwMode="auto">
                <a:xfrm>
                  <a:off x="8988763" y="2976431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65000"/>
                  </a:schemeClr>
                </a:solidFill>
                <a:ln>
                  <a:noFill/>
                </a:ln>
              </p:spPr>
            </p:sp>
            <p:sp>
              <p:nvSpPr>
                <p:cNvPr id="237" name="Rectangle 236"/>
                <p:cNvSpPr/>
                <p:nvPr userDrawn="1"/>
              </p:nvSpPr>
              <p:spPr bwMode="auto">
                <a:xfrm>
                  <a:off x="9370942" y="2976431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238" name="Rectangle 237"/>
                <p:cNvSpPr/>
                <p:nvPr userDrawn="1"/>
              </p:nvSpPr>
              <p:spPr bwMode="auto">
                <a:xfrm>
                  <a:off x="9753885" y="2976431"/>
                  <a:ext cx="383999" cy="383999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7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241" name="Group 240"/>
            <p:cNvGrpSpPr/>
            <p:nvPr userDrawn="1"/>
          </p:nvGrpSpPr>
          <p:grpSpPr bwMode="auto">
            <a:xfrm>
              <a:off x="5332234" y="-7693"/>
              <a:ext cx="1146222" cy="1152000"/>
              <a:chOff x="8985289" y="2208431"/>
              <a:chExt cx="1153653" cy="1152000"/>
            </a:xfrm>
          </p:grpSpPr>
          <p:sp>
            <p:nvSpPr>
              <p:cNvPr id="290" name="Rectangle 289"/>
              <p:cNvSpPr/>
              <p:nvPr userDrawn="1"/>
            </p:nvSpPr>
            <p:spPr bwMode="auto">
              <a:xfrm>
                <a:off x="8985885" y="2208431"/>
                <a:ext cx="1152000" cy="1152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291" name="Group 290"/>
              <p:cNvGrpSpPr/>
              <p:nvPr userDrawn="1"/>
            </p:nvGrpSpPr>
            <p:grpSpPr bwMode="auto">
              <a:xfrm>
                <a:off x="8985289" y="2208431"/>
                <a:ext cx="1153653" cy="1152000"/>
                <a:chOff x="8985289" y="2208431"/>
                <a:chExt cx="1153653" cy="1152000"/>
              </a:xfrm>
            </p:grpSpPr>
            <p:sp>
              <p:nvSpPr>
                <p:cNvPr id="292" name="Rectangle 291"/>
                <p:cNvSpPr/>
                <p:nvPr userDrawn="1"/>
              </p:nvSpPr>
              <p:spPr bwMode="auto">
                <a:xfrm>
                  <a:off x="8985289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45000"/>
                  </a:schemeClr>
                </a:solidFill>
                <a:ln>
                  <a:noFill/>
                </a:ln>
              </p:spPr>
            </p:sp>
            <p:sp>
              <p:nvSpPr>
                <p:cNvPr id="293" name="Rectangle 292"/>
                <p:cNvSpPr/>
                <p:nvPr userDrawn="1"/>
              </p:nvSpPr>
              <p:spPr bwMode="auto">
                <a:xfrm>
                  <a:off x="9367467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60000"/>
                  </a:schemeClr>
                </a:solidFill>
                <a:ln>
                  <a:noFill/>
                </a:ln>
              </p:spPr>
            </p:sp>
            <p:sp>
              <p:nvSpPr>
                <p:cNvPr id="294" name="Rectangle 293"/>
                <p:cNvSpPr/>
                <p:nvPr userDrawn="1"/>
              </p:nvSpPr>
              <p:spPr bwMode="auto">
                <a:xfrm>
                  <a:off x="9750410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45000"/>
                  </a:schemeClr>
                </a:solidFill>
                <a:ln>
                  <a:noFill/>
                </a:ln>
              </p:spPr>
            </p:sp>
            <p:sp>
              <p:nvSpPr>
                <p:cNvPr id="295" name="Rectangle 294"/>
                <p:cNvSpPr/>
                <p:nvPr userDrawn="1"/>
              </p:nvSpPr>
              <p:spPr bwMode="auto">
                <a:xfrm>
                  <a:off x="8989821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22000"/>
                  </a:schemeClr>
                </a:solidFill>
                <a:ln>
                  <a:noFill/>
                </a:ln>
              </p:spPr>
            </p:sp>
            <p:sp>
              <p:nvSpPr>
                <p:cNvPr id="296" name="Rectangle 295"/>
                <p:cNvSpPr/>
                <p:nvPr userDrawn="1"/>
              </p:nvSpPr>
              <p:spPr bwMode="auto">
                <a:xfrm>
                  <a:off x="9371999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297" name="Rectangle 296"/>
                <p:cNvSpPr/>
                <p:nvPr userDrawn="1"/>
              </p:nvSpPr>
              <p:spPr bwMode="auto">
                <a:xfrm>
                  <a:off x="9754942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298" name="Rectangle 297"/>
                <p:cNvSpPr/>
                <p:nvPr userDrawn="1"/>
              </p:nvSpPr>
              <p:spPr bwMode="auto">
                <a:xfrm>
                  <a:off x="8988763" y="2976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</p:sp>
            <p:sp>
              <p:nvSpPr>
                <p:cNvPr id="299" name="Rectangle 298"/>
                <p:cNvSpPr/>
                <p:nvPr userDrawn="1"/>
              </p:nvSpPr>
              <p:spPr bwMode="auto">
                <a:xfrm>
                  <a:off x="9370942" y="2976431"/>
                  <a:ext cx="383999" cy="383999"/>
                </a:xfrm>
                <a:prstGeom prst="rect">
                  <a:avLst/>
                </a:prstGeom>
                <a:solidFill>
                  <a:schemeClr val="tx2">
                    <a:lumMod val="75000"/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300" name="Rectangle 299"/>
                <p:cNvSpPr/>
                <p:nvPr userDrawn="1"/>
              </p:nvSpPr>
              <p:spPr bwMode="auto">
                <a:xfrm>
                  <a:off x="9753885" y="2976431"/>
                  <a:ext cx="383999" cy="383999"/>
                </a:xfrm>
                <a:prstGeom prst="rect">
                  <a:avLst/>
                </a:prstGeom>
                <a:solidFill>
                  <a:schemeClr val="tx2">
                    <a:lumMod val="75000"/>
                    <a:alpha val="20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242" name="Group 241"/>
            <p:cNvGrpSpPr/>
            <p:nvPr userDrawn="1"/>
          </p:nvGrpSpPr>
          <p:grpSpPr bwMode="auto">
            <a:xfrm>
              <a:off x="4188246" y="-11207"/>
              <a:ext cx="1145630" cy="1152000"/>
              <a:chOff x="8985885" y="2208431"/>
              <a:chExt cx="1153057" cy="1152000"/>
            </a:xfrm>
          </p:grpSpPr>
          <p:sp>
            <p:nvSpPr>
              <p:cNvPr id="279" name="Rectangle 278"/>
              <p:cNvSpPr/>
              <p:nvPr userDrawn="1"/>
            </p:nvSpPr>
            <p:spPr bwMode="auto">
              <a:xfrm>
                <a:off x="8985885" y="2208431"/>
                <a:ext cx="1152000" cy="11520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grpSp>
            <p:nvGrpSpPr>
              <p:cNvPr id="280" name="Group 279"/>
              <p:cNvGrpSpPr/>
              <p:nvPr userDrawn="1"/>
            </p:nvGrpSpPr>
            <p:grpSpPr bwMode="auto">
              <a:xfrm>
                <a:off x="8988763" y="2208431"/>
                <a:ext cx="1150178" cy="1152000"/>
                <a:chOff x="8988763" y="2208431"/>
                <a:chExt cx="1150178" cy="1152000"/>
              </a:xfrm>
            </p:grpSpPr>
            <p:sp>
              <p:nvSpPr>
                <p:cNvPr id="281" name="Rectangle 280"/>
                <p:cNvSpPr/>
                <p:nvPr userDrawn="1"/>
              </p:nvSpPr>
              <p:spPr bwMode="auto">
                <a:xfrm>
                  <a:off x="8989821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282" name="Rectangle 281"/>
                <p:cNvSpPr/>
                <p:nvPr userDrawn="1"/>
              </p:nvSpPr>
              <p:spPr bwMode="auto">
                <a:xfrm>
                  <a:off x="9371999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40000"/>
                  </a:schemeClr>
                </a:solidFill>
                <a:ln>
                  <a:noFill/>
                </a:ln>
              </p:spPr>
            </p:sp>
            <p:sp>
              <p:nvSpPr>
                <p:cNvPr id="283" name="Rectangle 282"/>
                <p:cNvSpPr/>
                <p:nvPr userDrawn="1"/>
              </p:nvSpPr>
              <p:spPr bwMode="auto">
                <a:xfrm>
                  <a:off x="9754942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30000"/>
                  </a:schemeClr>
                </a:solidFill>
                <a:ln>
                  <a:noFill/>
                </a:ln>
              </p:spPr>
            </p:sp>
            <p:sp>
              <p:nvSpPr>
                <p:cNvPr id="284" name="Rectangle 283"/>
                <p:cNvSpPr/>
                <p:nvPr userDrawn="1"/>
              </p:nvSpPr>
              <p:spPr bwMode="auto">
                <a:xfrm>
                  <a:off x="8989821" y="2208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22000"/>
                  </a:schemeClr>
                </a:solidFill>
                <a:ln>
                  <a:noFill/>
                </a:ln>
              </p:spPr>
            </p:sp>
            <p:sp>
              <p:nvSpPr>
                <p:cNvPr id="285" name="Rectangle 284"/>
                <p:cNvSpPr/>
                <p:nvPr userDrawn="1"/>
              </p:nvSpPr>
              <p:spPr bwMode="auto">
                <a:xfrm>
                  <a:off x="9371999" y="2208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286" name="Rectangle 285"/>
                <p:cNvSpPr/>
                <p:nvPr userDrawn="1"/>
              </p:nvSpPr>
              <p:spPr bwMode="auto">
                <a:xfrm>
                  <a:off x="9754942" y="2208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287" name="Rectangle 286"/>
                <p:cNvSpPr/>
                <p:nvPr userDrawn="1"/>
              </p:nvSpPr>
              <p:spPr bwMode="auto">
                <a:xfrm>
                  <a:off x="8988763" y="2976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50000"/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288" name="Rectangle 287"/>
                <p:cNvSpPr/>
                <p:nvPr userDrawn="1"/>
              </p:nvSpPr>
              <p:spPr bwMode="auto">
                <a:xfrm>
                  <a:off x="9370942" y="2976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>
                  <a:noFill/>
                </a:ln>
              </p:spPr>
            </p:sp>
            <p:sp>
              <p:nvSpPr>
                <p:cNvPr id="289" name="Rectangle 288"/>
                <p:cNvSpPr/>
                <p:nvPr userDrawn="1"/>
              </p:nvSpPr>
              <p:spPr bwMode="auto">
                <a:xfrm>
                  <a:off x="9753885" y="2976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75000"/>
                    <a:alpha val="20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243" name="Group 242"/>
            <p:cNvGrpSpPr/>
            <p:nvPr userDrawn="1"/>
          </p:nvGrpSpPr>
          <p:grpSpPr bwMode="auto">
            <a:xfrm>
              <a:off x="3042615" y="-7693"/>
              <a:ext cx="1149082" cy="1152000"/>
              <a:chOff x="8985885" y="2208431"/>
              <a:chExt cx="1156531" cy="1152000"/>
            </a:xfrm>
          </p:grpSpPr>
          <p:sp>
            <p:nvSpPr>
              <p:cNvPr id="268" name="Rectangle 267"/>
              <p:cNvSpPr/>
              <p:nvPr userDrawn="1"/>
            </p:nvSpPr>
            <p:spPr bwMode="auto">
              <a:xfrm>
                <a:off x="8985885" y="2208431"/>
                <a:ext cx="1152000" cy="115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grpSp>
            <p:nvGrpSpPr>
              <p:cNvPr id="269" name="Group 268"/>
              <p:cNvGrpSpPr/>
              <p:nvPr userDrawn="1"/>
            </p:nvGrpSpPr>
            <p:grpSpPr bwMode="auto">
              <a:xfrm>
                <a:off x="8988763" y="2208431"/>
                <a:ext cx="1153653" cy="1152000"/>
                <a:chOff x="8988763" y="2208431"/>
                <a:chExt cx="1153653" cy="1152000"/>
              </a:xfrm>
            </p:grpSpPr>
            <p:sp>
              <p:nvSpPr>
                <p:cNvPr id="270" name="Rectangle 269"/>
                <p:cNvSpPr/>
                <p:nvPr userDrawn="1"/>
              </p:nvSpPr>
              <p:spPr bwMode="auto">
                <a:xfrm>
                  <a:off x="8989821" y="2592432"/>
                  <a:ext cx="383999" cy="383999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ln>
                  <a:noFill/>
                </a:ln>
              </p:spPr>
            </p:sp>
            <p:sp>
              <p:nvSpPr>
                <p:cNvPr id="271" name="Rectangle 270"/>
                <p:cNvSpPr/>
                <p:nvPr userDrawn="1"/>
              </p:nvSpPr>
              <p:spPr bwMode="auto">
                <a:xfrm>
                  <a:off x="9371999" y="2592432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62000"/>
                  </a:schemeClr>
                </a:solidFill>
                <a:ln>
                  <a:noFill/>
                </a:ln>
              </p:spPr>
            </p:sp>
            <p:sp>
              <p:nvSpPr>
                <p:cNvPr id="272" name="Rectangle 271"/>
                <p:cNvSpPr/>
                <p:nvPr userDrawn="1"/>
              </p:nvSpPr>
              <p:spPr bwMode="auto">
                <a:xfrm>
                  <a:off x="9754942" y="2592432"/>
                  <a:ext cx="383999" cy="383999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55000"/>
                  </a:schemeClr>
                </a:solidFill>
                <a:ln>
                  <a:noFill/>
                </a:ln>
              </p:spPr>
            </p:sp>
            <p:sp>
              <p:nvSpPr>
                <p:cNvPr id="273" name="Rectangle 272"/>
                <p:cNvSpPr/>
                <p:nvPr userDrawn="1"/>
              </p:nvSpPr>
              <p:spPr bwMode="auto">
                <a:xfrm>
                  <a:off x="8989821" y="2208431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46000"/>
                  </a:schemeClr>
                </a:solidFill>
                <a:ln>
                  <a:noFill/>
                </a:ln>
              </p:spPr>
            </p:sp>
            <p:sp>
              <p:nvSpPr>
                <p:cNvPr id="274" name="Rectangle 273"/>
                <p:cNvSpPr/>
                <p:nvPr userDrawn="1"/>
              </p:nvSpPr>
              <p:spPr bwMode="auto">
                <a:xfrm>
                  <a:off x="9371999" y="2208431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  <a:alpha val="30000"/>
                  </a:schemeClr>
                </a:solidFill>
                <a:ln>
                  <a:noFill/>
                </a:ln>
              </p:spPr>
            </p:sp>
            <p:sp>
              <p:nvSpPr>
                <p:cNvPr id="275" name="Rectangle 274"/>
                <p:cNvSpPr/>
                <p:nvPr userDrawn="1"/>
              </p:nvSpPr>
              <p:spPr bwMode="auto">
                <a:xfrm>
                  <a:off x="9754942" y="2208431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  <a:alpha val="76000"/>
                  </a:schemeClr>
                </a:solidFill>
                <a:ln>
                  <a:noFill/>
                </a:ln>
              </p:spPr>
            </p:sp>
            <p:sp>
              <p:nvSpPr>
                <p:cNvPr id="276" name="Rectangle 275"/>
                <p:cNvSpPr/>
                <p:nvPr userDrawn="1"/>
              </p:nvSpPr>
              <p:spPr bwMode="auto">
                <a:xfrm>
                  <a:off x="8988763" y="2976431"/>
                  <a:ext cx="383999" cy="383999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30000"/>
                  </a:schemeClr>
                </a:solidFill>
                <a:ln>
                  <a:noFill/>
                </a:ln>
              </p:spPr>
            </p:sp>
            <p:sp>
              <p:nvSpPr>
                <p:cNvPr id="277" name="Rectangle 276"/>
                <p:cNvSpPr/>
                <p:nvPr userDrawn="1"/>
              </p:nvSpPr>
              <p:spPr bwMode="auto">
                <a:xfrm>
                  <a:off x="9370942" y="2976431"/>
                  <a:ext cx="383999" cy="383999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278" name="Rectangle 277"/>
                <p:cNvSpPr/>
                <p:nvPr userDrawn="1"/>
              </p:nvSpPr>
              <p:spPr bwMode="auto">
                <a:xfrm>
                  <a:off x="9758417" y="2976431"/>
                  <a:ext cx="383999" cy="383999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20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244" name="Group 243"/>
            <p:cNvGrpSpPr/>
            <p:nvPr userDrawn="1"/>
          </p:nvGrpSpPr>
          <p:grpSpPr bwMode="auto">
            <a:xfrm>
              <a:off x="1900489" y="-11207"/>
              <a:ext cx="1145630" cy="1152000"/>
              <a:chOff x="8985885" y="2208431"/>
              <a:chExt cx="1153057" cy="1152000"/>
            </a:xfrm>
          </p:grpSpPr>
          <p:sp>
            <p:nvSpPr>
              <p:cNvPr id="257" name="Rectangle 256"/>
              <p:cNvSpPr/>
              <p:nvPr userDrawn="1"/>
            </p:nvSpPr>
            <p:spPr bwMode="auto">
              <a:xfrm>
                <a:off x="8985885" y="2208431"/>
                <a:ext cx="1152000" cy="1152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</p:sp>
          <p:grpSp>
            <p:nvGrpSpPr>
              <p:cNvPr id="258" name="Group 257"/>
              <p:cNvGrpSpPr/>
              <p:nvPr userDrawn="1"/>
            </p:nvGrpSpPr>
            <p:grpSpPr bwMode="auto">
              <a:xfrm>
                <a:off x="8988763" y="2208431"/>
                <a:ext cx="1150178" cy="1152000"/>
                <a:chOff x="8988763" y="2208431"/>
                <a:chExt cx="1150178" cy="1152000"/>
              </a:xfrm>
            </p:grpSpPr>
            <p:sp>
              <p:nvSpPr>
                <p:cNvPr id="259" name="Rectangle 258"/>
                <p:cNvSpPr/>
                <p:nvPr userDrawn="1"/>
              </p:nvSpPr>
              <p:spPr bwMode="auto">
                <a:xfrm>
                  <a:off x="8989821" y="2592432"/>
                  <a:ext cx="383999" cy="383999"/>
                </a:xfrm>
                <a:prstGeom prst="rect">
                  <a:avLst/>
                </a:prstGeom>
                <a:solidFill>
                  <a:schemeClr val="accent4">
                    <a:lumMod val="75000"/>
                    <a:alpha val="76000"/>
                  </a:schemeClr>
                </a:solidFill>
                <a:ln>
                  <a:noFill/>
                </a:ln>
              </p:spPr>
            </p:sp>
            <p:sp>
              <p:nvSpPr>
                <p:cNvPr id="260" name="Rectangle 259"/>
                <p:cNvSpPr/>
                <p:nvPr userDrawn="1"/>
              </p:nvSpPr>
              <p:spPr bwMode="auto">
                <a:xfrm>
                  <a:off x="9371999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38000"/>
                  </a:schemeClr>
                </a:solidFill>
                <a:ln>
                  <a:noFill/>
                </a:ln>
              </p:spPr>
            </p:sp>
            <p:sp>
              <p:nvSpPr>
                <p:cNvPr id="261" name="Rectangle 260"/>
                <p:cNvSpPr/>
                <p:nvPr userDrawn="1"/>
              </p:nvSpPr>
              <p:spPr bwMode="auto">
                <a:xfrm>
                  <a:off x="9754942" y="2592432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75000"/>
                    <a:alpha val="24000"/>
                  </a:schemeClr>
                </a:solidFill>
                <a:ln>
                  <a:noFill/>
                </a:ln>
              </p:spPr>
            </p:sp>
            <p:sp>
              <p:nvSpPr>
                <p:cNvPr id="262" name="Rectangle 261"/>
                <p:cNvSpPr/>
                <p:nvPr userDrawn="1"/>
              </p:nvSpPr>
              <p:spPr bwMode="auto">
                <a:xfrm>
                  <a:off x="8989821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35000"/>
                  </a:schemeClr>
                </a:solidFill>
                <a:ln>
                  <a:noFill/>
                </a:ln>
              </p:spPr>
            </p:sp>
            <p:sp>
              <p:nvSpPr>
                <p:cNvPr id="263" name="Rectangle 262"/>
                <p:cNvSpPr/>
                <p:nvPr userDrawn="1"/>
              </p:nvSpPr>
              <p:spPr bwMode="auto">
                <a:xfrm>
                  <a:off x="9371999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264" name="Rectangle 263"/>
                <p:cNvSpPr/>
                <p:nvPr userDrawn="1"/>
              </p:nvSpPr>
              <p:spPr bwMode="auto">
                <a:xfrm>
                  <a:off x="9754942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265" name="Rectangle 264"/>
                <p:cNvSpPr/>
                <p:nvPr userDrawn="1"/>
              </p:nvSpPr>
              <p:spPr bwMode="auto">
                <a:xfrm>
                  <a:off x="8988763" y="2976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25000"/>
                  </a:schemeClr>
                </a:solidFill>
                <a:ln>
                  <a:noFill/>
                </a:ln>
              </p:spPr>
            </p:sp>
            <p:sp>
              <p:nvSpPr>
                <p:cNvPr id="266" name="Rectangle 265"/>
                <p:cNvSpPr/>
                <p:nvPr userDrawn="1"/>
              </p:nvSpPr>
              <p:spPr bwMode="auto">
                <a:xfrm>
                  <a:off x="9370942" y="2976431"/>
                  <a:ext cx="383999" cy="383999"/>
                </a:xfrm>
                <a:prstGeom prst="rect">
                  <a:avLst/>
                </a:prstGeom>
                <a:solidFill>
                  <a:schemeClr val="tx2">
                    <a:lumMod val="60000"/>
                    <a:lumOff val="40000"/>
                    <a:alpha val="3999"/>
                  </a:schemeClr>
                </a:solidFill>
                <a:ln>
                  <a:noFill/>
                </a:ln>
              </p:spPr>
            </p:sp>
            <p:sp>
              <p:nvSpPr>
                <p:cNvPr id="267" name="Rectangle 266"/>
                <p:cNvSpPr/>
                <p:nvPr userDrawn="1"/>
              </p:nvSpPr>
              <p:spPr bwMode="auto">
                <a:xfrm>
                  <a:off x="9753885" y="2976431"/>
                  <a:ext cx="383999" cy="383999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9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4" name="Group 3"/>
            <p:cNvGrpSpPr/>
            <p:nvPr userDrawn="1"/>
          </p:nvGrpSpPr>
          <p:grpSpPr bwMode="auto">
            <a:xfrm>
              <a:off x="762985" y="-11207"/>
              <a:ext cx="1141719" cy="1156798"/>
              <a:chOff x="762985" y="-11207"/>
              <a:chExt cx="1141719" cy="1156798"/>
            </a:xfrm>
          </p:grpSpPr>
          <p:sp>
            <p:nvSpPr>
              <p:cNvPr id="248" name="Rectangle 247"/>
              <p:cNvSpPr/>
              <p:nvPr userDrawn="1"/>
            </p:nvSpPr>
            <p:spPr bwMode="auto">
              <a:xfrm>
                <a:off x="762985" y="372791"/>
                <a:ext cx="381526" cy="3839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48000"/>
                </a:schemeClr>
              </a:solidFill>
              <a:ln>
                <a:noFill/>
              </a:ln>
            </p:spPr>
          </p:sp>
          <p:sp>
            <p:nvSpPr>
              <p:cNvPr id="249" name="Rectangle 248"/>
              <p:cNvSpPr/>
              <p:nvPr userDrawn="1"/>
            </p:nvSpPr>
            <p:spPr bwMode="auto">
              <a:xfrm>
                <a:off x="1142702" y="372791"/>
                <a:ext cx="381526" cy="3839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29000"/>
                </a:schemeClr>
              </a:solidFill>
              <a:ln>
                <a:noFill/>
              </a:ln>
            </p:spPr>
          </p:sp>
          <p:sp>
            <p:nvSpPr>
              <p:cNvPr id="250" name="Rectangle 249"/>
              <p:cNvSpPr/>
              <p:nvPr userDrawn="1"/>
            </p:nvSpPr>
            <p:spPr bwMode="auto">
              <a:xfrm>
                <a:off x="1523178" y="372791"/>
                <a:ext cx="381526" cy="383999"/>
              </a:xfrm>
              <a:prstGeom prst="rect">
                <a:avLst/>
              </a:prstGeom>
              <a:solidFill>
                <a:schemeClr val="accent2">
                  <a:lumMod val="75000"/>
                  <a:alpha val="15999"/>
                </a:schemeClr>
              </a:solidFill>
              <a:ln>
                <a:noFill/>
              </a:ln>
            </p:spPr>
          </p:sp>
          <p:sp>
            <p:nvSpPr>
              <p:cNvPr id="251" name="Rectangle 250"/>
              <p:cNvSpPr/>
              <p:nvPr userDrawn="1"/>
            </p:nvSpPr>
            <p:spPr bwMode="auto">
              <a:xfrm>
                <a:off x="762985" y="-11207"/>
                <a:ext cx="381526" cy="383999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3999"/>
                </a:schemeClr>
              </a:solidFill>
              <a:ln>
                <a:noFill/>
              </a:ln>
            </p:spPr>
          </p:sp>
          <p:sp>
            <p:nvSpPr>
              <p:cNvPr id="252" name="Rectangle 251"/>
              <p:cNvSpPr/>
              <p:nvPr userDrawn="1"/>
            </p:nvSpPr>
            <p:spPr bwMode="auto">
              <a:xfrm>
                <a:off x="1142702" y="-11207"/>
                <a:ext cx="381526" cy="383999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23000"/>
                </a:schemeClr>
              </a:solidFill>
              <a:ln>
                <a:noFill/>
              </a:ln>
            </p:spPr>
          </p:sp>
          <p:sp>
            <p:nvSpPr>
              <p:cNvPr id="253" name="Rectangle 252"/>
              <p:cNvSpPr/>
              <p:nvPr userDrawn="1"/>
            </p:nvSpPr>
            <p:spPr bwMode="auto">
              <a:xfrm>
                <a:off x="1523178" y="-11207"/>
                <a:ext cx="381526" cy="3839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6999"/>
                </a:schemeClr>
              </a:solidFill>
              <a:ln>
                <a:noFill/>
              </a:ln>
            </p:spPr>
          </p:sp>
          <p:sp>
            <p:nvSpPr>
              <p:cNvPr id="254" name="Rectangle 253"/>
              <p:cNvSpPr/>
              <p:nvPr userDrawn="1"/>
            </p:nvSpPr>
            <p:spPr bwMode="auto">
              <a:xfrm>
                <a:off x="765835" y="761590"/>
                <a:ext cx="381526" cy="383999"/>
              </a:xfrm>
              <a:prstGeom prst="rect">
                <a:avLst/>
              </a:prstGeom>
              <a:solidFill>
                <a:schemeClr val="accent2">
                  <a:lumMod val="75000"/>
                  <a:alpha val="65000"/>
                </a:schemeClr>
              </a:solidFill>
              <a:ln>
                <a:noFill/>
              </a:ln>
            </p:spPr>
          </p:sp>
          <p:sp>
            <p:nvSpPr>
              <p:cNvPr id="255" name="Rectangle 254"/>
              <p:cNvSpPr/>
              <p:nvPr userDrawn="1"/>
            </p:nvSpPr>
            <p:spPr bwMode="auto">
              <a:xfrm>
                <a:off x="1141651" y="756792"/>
                <a:ext cx="381526" cy="383999"/>
              </a:xfrm>
              <a:prstGeom prst="rect">
                <a:avLst/>
              </a:prstGeom>
              <a:solidFill>
                <a:schemeClr val="accent2">
                  <a:alpha val="0"/>
                </a:schemeClr>
              </a:solidFill>
              <a:ln>
                <a:noFill/>
              </a:ln>
            </p:spPr>
          </p:sp>
          <p:sp>
            <p:nvSpPr>
              <p:cNvPr id="256" name="Rectangle 255"/>
              <p:cNvSpPr/>
              <p:nvPr userDrawn="1"/>
            </p:nvSpPr>
            <p:spPr bwMode="auto">
              <a:xfrm>
                <a:off x="1522127" y="756792"/>
                <a:ext cx="381526" cy="383999"/>
              </a:xfrm>
              <a:prstGeom prst="rect">
                <a:avLst/>
              </a:prstGeom>
              <a:solidFill>
                <a:schemeClr val="accent6">
                  <a:lumMod val="75000"/>
                  <a:alpha val="57000"/>
                </a:schemeClr>
              </a:solidFill>
              <a:ln>
                <a:noFill/>
              </a:ln>
            </p:spPr>
          </p:sp>
        </p:grpSp>
        <p:grpSp>
          <p:nvGrpSpPr>
            <p:cNvPr id="352" name="Group 351"/>
            <p:cNvGrpSpPr/>
            <p:nvPr userDrawn="1"/>
          </p:nvGrpSpPr>
          <p:grpSpPr bwMode="auto">
            <a:xfrm>
              <a:off x="1" y="-7479"/>
              <a:ext cx="766505" cy="1148271"/>
              <a:chOff x="9367467" y="2208431"/>
              <a:chExt cx="771474" cy="1152000"/>
            </a:xfrm>
          </p:grpSpPr>
          <p:sp>
            <p:nvSpPr>
              <p:cNvPr id="354" name="Rectangle 353"/>
              <p:cNvSpPr/>
              <p:nvPr userDrawn="1"/>
            </p:nvSpPr>
            <p:spPr bwMode="auto">
              <a:xfrm>
                <a:off x="9367467" y="2592432"/>
                <a:ext cx="383999" cy="383999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  <a:alpha val="60000"/>
                </a:schemeClr>
              </a:solidFill>
              <a:ln>
                <a:noFill/>
              </a:ln>
            </p:spPr>
          </p:sp>
          <p:sp>
            <p:nvSpPr>
              <p:cNvPr id="355" name="Rectangle 354"/>
              <p:cNvSpPr/>
              <p:nvPr userDrawn="1"/>
            </p:nvSpPr>
            <p:spPr bwMode="auto">
              <a:xfrm>
                <a:off x="9750410" y="2592432"/>
                <a:ext cx="383999" cy="383999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  <a:alpha val="45000"/>
                </a:schemeClr>
              </a:solidFill>
              <a:ln>
                <a:noFill/>
              </a:ln>
            </p:spPr>
          </p:sp>
          <p:sp>
            <p:nvSpPr>
              <p:cNvPr id="357" name="Rectangle 356"/>
              <p:cNvSpPr/>
              <p:nvPr userDrawn="1"/>
            </p:nvSpPr>
            <p:spPr bwMode="auto">
              <a:xfrm>
                <a:off x="9371999" y="2208431"/>
                <a:ext cx="383999" cy="383999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  <a:alpha val="0"/>
                </a:schemeClr>
              </a:solidFill>
              <a:ln>
                <a:noFill/>
              </a:ln>
            </p:spPr>
          </p:sp>
          <p:sp>
            <p:nvSpPr>
              <p:cNvPr id="358" name="Rectangle 357"/>
              <p:cNvSpPr/>
              <p:nvPr userDrawn="1"/>
            </p:nvSpPr>
            <p:spPr bwMode="auto">
              <a:xfrm>
                <a:off x="9754942" y="2208431"/>
                <a:ext cx="383999" cy="383999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>
                <a:noFill/>
              </a:ln>
            </p:spPr>
          </p:sp>
          <p:sp>
            <p:nvSpPr>
              <p:cNvPr id="360" name="Rectangle 359"/>
              <p:cNvSpPr/>
              <p:nvPr userDrawn="1"/>
            </p:nvSpPr>
            <p:spPr bwMode="auto">
              <a:xfrm>
                <a:off x="9370942" y="2976431"/>
                <a:ext cx="383999" cy="383999"/>
              </a:xfrm>
              <a:prstGeom prst="rect">
                <a:avLst/>
              </a:prstGeom>
              <a:solidFill>
                <a:schemeClr val="tx2">
                  <a:lumMod val="75000"/>
                  <a:alpha val="0"/>
                </a:schemeClr>
              </a:solidFill>
              <a:ln>
                <a:noFill/>
              </a:ln>
            </p:spPr>
          </p:sp>
          <p:sp>
            <p:nvSpPr>
              <p:cNvPr id="361" name="Rectangle 360"/>
              <p:cNvSpPr/>
              <p:nvPr userDrawn="1"/>
            </p:nvSpPr>
            <p:spPr bwMode="auto">
              <a:xfrm>
                <a:off x="9753885" y="2976431"/>
                <a:ext cx="383999" cy="383999"/>
              </a:xfrm>
              <a:prstGeom prst="rect">
                <a:avLst/>
              </a:prstGeom>
              <a:solidFill>
                <a:schemeClr val="tx2">
                  <a:lumMod val="75000"/>
                  <a:alpha val="20000"/>
                </a:schemeClr>
              </a:solidFill>
              <a:ln>
                <a:noFill/>
              </a:ln>
            </p:spPr>
          </p:sp>
        </p:grpSp>
      </p:grpSp>
      <p:sp>
        <p:nvSpPr>
          <p:cNvPr id="1637974529" name="Rectangle 482"/>
          <p:cNvSpPr/>
          <p:nvPr userDrawn="1"/>
        </p:nvSpPr>
        <p:spPr bwMode="auto">
          <a:xfrm>
            <a:off x="11049447" y="6600570"/>
            <a:ext cx="1144157" cy="25507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27956793" name="Rectangle 487"/>
          <p:cNvSpPr/>
          <p:nvPr userDrawn="1"/>
        </p:nvSpPr>
        <p:spPr bwMode="auto">
          <a:xfrm>
            <a:off x="11053358" y="6594997"/>
            <a:ext cx="381385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>
            <a:noFill/>
          </a:ln>
        </p:spPr>
      </p:sp>
      <p:sp>
        <p:nvSpPr>
          <p:cNvPr id="1731177271" name="Rectangle 488"/>
          <p:cNvSpPr/>
          <p:nvPr userDrawn="1"/>
        </p:nvSpPr>
        <p:spPr bwMode="auto">
          <a:xfrm>
            <a:off x="11432935" y="6600570"/>
            <a:ext cx="381385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</p:sp>
      <p:sp>
        <p:nvSpPr>
          <p:cNvPr id="1292911143" name="Rectangle 489"/>
          <p:cNvSpPr/>
          <p:nvPr userDrawn="1"/>
        </p:nvSpPr>
        <p:spPr bwMode="auto">
          <a:xfrm>
            <a:off x="11813271" y="6600570"/>
            <a:ext cx="381385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1710523180" name="Rectangle 471"/>
          <p:cNvSpPr/>
          <p:nvPr userDrawn="1"/>
        </p:nvSpPr>
        <p:spPr bwMode="auto">
          <a:xfrm>
            <a:off x="9905290" y="6598214"/>
            <a:ext cx="1144157" cy="25507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375676526" name="Rectangle 476"/>
          <p:cNvSpPr/>
          <p:nvPr userDrawn="1"/>
        </p:nvSpPr>
        <p:spPr bwMode="auto">
          <a:xfrm>
            <a:off x="9909199" y="6598214"/>
            <a:ext cx="381385" cy="257430"/>
          </a:xfrm>
          <a:prstGeom prst="rect">
            <a:avLst/>
          </a:prstGeom>
          <a:solidFill>
            <a:schemeClr val="accent3">
              <a:lumMod val="20000"/>
              <a:lumOff val="80000"/>
              <a:alpha val="22000"/>
            </a:schemeClr>
          </a:solidFill>
          <a:ln>
            <a:noFill/>
          </a:ln>
        </p:spPr>
      </p:sp>
      <p:sp>
        <p:nvSpPr>
          <p:cNvPr id="387678997" name="Rectangle 477"/>
          <p:cNvSpPr/>
          <p:nvPr userDrawn="1"/>
        </p:nvSpPr>
        <p:spPr bwMode="auto">
          <a:xfrm>
            <a:off x="10289537" y="6681515"/>
            <a:ext cx="381385" cy="257430"/>
          </a:xfrm>
          <a:prstGeom prst="rect">
            <a:avLst/>
          </a:prstGeom>
          <a:solidFill>
            <a:schemeClr val="accent3">
              <a:lumMod val="20000"/>
              <a:lumOff val="80000"/>
              <a:alpha val="0"/>
            </a:schemeClr>
          </a:solidFill>
          <a:ln>
            <a:noFill/>
          </a:ln>
        </p:spPr>
      </p:sp>
      <p:sp>
        <p:nvSpPr>
          <p:cNvPr id="1210397026" name="Rectangle 478"/>
          <p:cNvSpPr/>
          <p:nvPr userDrawn="1"/>
        </p:nvSpPr>
        <p:spPr bwMode="auto">
          <a:xfrm>
            <a:off x="10669114" y="6598214"/>
            <a:ext cx="381385" cy="25743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>
            <a:noFill/>
          </a:ln>
        </p:spPr>
      </p:sp>
      <p:sp>
        <p:nvSpPr>
          <p:cNvPr id="1231291771" name="Rectangle 460"/>
          <p:cNvSpPr/>
          <p:nvPr userDrawn="1"/>
        </p:nvSpPr>
        <p:spPr bwMode="auto">
          <a:xfrm>
            <a:off x="8760083" y="6600570"/>
            <a:ext cx="1144157" cy="25507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1386995252" name="Rectangle 465"/>
          <p:cNvSpPr/>
          <p:nvPr userDrawn="1"/>
        </p:nvSpPr>
        <p:spPr bwMode="auto">
          <a:xfrm>
            <a:off x="8763994" y="6594997"/>
            <a:ext cx="381385" cy="257430"/>
          </a:xfrm>
          <a:prstGeom prst="rect">
            <a:avLst/>
          </a:prstGeom>
          <a:solidFill>
            <a:schemeClr val="accent2">
              <a:lumMod val="75000"/>
              <a:alpha val="46000"/>
            </a:schemeClr>
          </a:solidFill>
          <a:ln>
            <a:noFill/>
          </a:ln>
        </p:spPr>
      </p:sp>
      <p:sp>
        <p:nvSpPr>
          <p:cNvPr id="514118084" name="Rectangle 466"/>
          <p:cNvSpPr/>
          <p:nvPr userDrawn="1"/>
        </p:nvSpPr>
        <p:spPr bwMode="auto">
          <a:xfrm>
            <a:off x="9150709" y="6594997"/>
            <a:ext cx="381385" cy="257430"/>
          </a:xfrm>
          <a:prstGeom prst="rect">
            <a:avLst/>
          </a:prstGeom>
          <a:solidFill>
            <a:schemeClr val="accent2">
              <a:lumMod val="60000"/>
              <a:lumOff val="40000"/>
              <a:alpha val="30000"/>
            </a:schemeClr>
          </a:solidFill>
          <a:ln>
            <a:noFill/>
          </a:ln>
        </p:spPr>
      </p:sp>
      <p:sp>
        <p:nvSpPr>
          <p:cNvPr id="1916330952" name="Rectangle 467"/>
          <p:cNvSpPr/>
          <p:nvPr userDrawn="1"/>
        </p:nvSpPr>
        <p:spPr bwMode="auto">
          <a:xfrm>
            <a:off x="9521437" y="6597036"/>
            <a:ext cx="381385" cy="257430"/>
          </a:xfrm>
          <a:prstGeom prst="rect">
            <a:avLst/>
          </a:prstGeom>
          <a:solidFill>
            <a:schemeClr val="accent2">
              <a:lumMod val="40000"/>
              <a:lumOff val="60000"/>
              <a:alpha val="76000"/>
            </a:schemeClr>
          </a:solidFill>
          <a:ln>
            <a:noFill/>
          </a:ln>
        </p:spPr>
      </p:sp>
      <p:sp>
        <p:nvSpPr>
          <p:cNvPr id="1811236190" name="Rectangle 449"/>
          <p:cNvSpPr/>
          <p:nvPr userDrawn="1"/>
        </p:nvSpPr>
        <p:spPr bwMode="auto">
          <a:xfrm>
            <a:off x="7618378" y="6598214"/>
            <a:ext cx="1144157" cy="25507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296052519" name="Rectangle 454"/>
          <p:cNvSpPr/>
          <p:nvPr userDrawn="1"/>
        </p:nvSpPr>
        <p:spPr bwMode="auto">
          <a:xfrm>
            <a:off x="7622289" y="6598214"/>
            <a:ext cx="381385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35000"/>
            </a:schemeClr>
          </a:solidFill>
          <a:ln>
            <a:noFill/>
          </a:ln>
        </p:spPr>
      </p:sp>
      <p:sp>
        <p:nvSpPr>
          <p:cNvPr id="2105511044" name="Rectangle 455"/>
          <p:cNvSpPr/>
          <p:nvPr userDrawn="1"/>
        </p:nvSpPr>
        <p:spPr bwMode="auto">
          <a:xfrm>
            <a:off x="8001866" y="6598214"/>
            <a:ext cx="381385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</p:sp>
      <p:sp>
        <p:nvSpPr>
          <p:cNvPr id="509115168" name="Rectangle 456"/>
          <p:cNvSpPr/>
          <p:nvPr userDrawn="1"/>
        </p:nvSpPr>
        <p:spPr bwMode="auto">
          <a:xfrm>
            <a:off x="8382201" y="6598214"/>
            <a:ext cx="381385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1540251728" name="Rectangle 438"/>
          <p:cNvSpPr/>
          <p:nvPr userDrawn="1"/>
        </p:nvSpPr>
        <p:spPr bwMode="auto">
          <a:xfrm>
            <a:off x="6477385" y="6598214"/>
            <a:ext cx="1144157" cy="25507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2076905600" name="Rectangle 443"/>
          <p:cNvSpPr/>
          <p:nvPr userDrawn="1"/>
        </p:nvSpPr>
        <p:spPr bwMode="auto">
          <a:xfrm>
            <a:off x="6481296" y="6598214"/>
            <a:ext cx="381385" cy="257430"/>
          </a:xfrm>
          <a:prstGeom prst="rect">
            <a:avLst/>
          </a:prstGeom>
          <a:solidFill>
            <a:schemeClr val="accent4">
              <a:lumMod val="40000"/>
              <a:lumOff val="60000"/>
              <a:alpha val="3999"/>
            </a:schemeClr>
          </a:solidFill>
          <a:ln>
            <a:noFill/>
          </a:ln>
        </p:spPr>
      </p:sp>
      <p:sp>
        <p:nvSpPr>
          <p:cNvPr id="594613058" name="Rectangle 444"/>
          <p:cNvSpPr/>
          <p:nvPr userDrawn="1"/>
        </p:nvSpPr>
        <p:spPr bwMode="auto">
          <a:xfrm>
            <a:off x="6860871" y="6598214"/>
            <a:ext cx="381385" cy="257430"/>
          </a:xfrm>
          <a:prstGeom prst="rect">
            <a:avLst/>
          </a:prstGeom>
          <a:solidFill>
            <a:schemeClr val="accent4">
              <a:lumMod val="40000"/>
              <a:lumOff val="60000"/>
              <a:alpha val="23000"/>
            </a:schemeClr>
          </a:solidFill>
          <a:ln>
            <a:noFill/>
          </a:ln>
        </p:spPr>
      </p:sp>
      <p:sp>
        <p:nvSpPr>
          <p:cNvPr id="2062273301" name="Rectangle 445"/>
          <p:cNvSpPr/>
          <p:nvPr userDrawn="1"/>
        </p:nvSpPr>
        <p:spPr bwMode="auto">
          <a:xfrm>
            <a:off x="7241207" y="6598214"/>
            <a:ext cx="381385" cy="257430"/>
          </a:xfrm>
          <a:prstGeom prst="rect">
            <a:avLst/>
          </a:prstGeom>
          <a:solidFill>
            <a:schemeClr val="accent4">
              <a:lumMod val="20000"/>
              <a:lumOff val="80000"/>
              <a:alpha val="26999"/>
            </a:schemeClr>
          </a:solidFill>
          <a:ln>
            <a:noFill/>
          </a:ln>
        </p:spPr>
      </p:sp>
      <p:sp>
        <p:nvSpPr>
          <p:cNvPr id="1472007753" name="Rectangle 422"/>
          <p:cNvSpPr/>
          <p:nvPr userDrawn="1"/>
        </p:nvSpPr>
        <p:spPr bwMode="auto">
          <a:xfrm>
            <a:off x="5330857" y="6599709"/>
            <a:ext cx="1144157" cy="25507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57690632" name="Rectangle 427"/>
          <p:cNvSpPr/>
          <p:nvPr userDrawn="1"/>
        </p:nvSpPr>
        <p:spPr bwMode="auto">
          <a:xfrm>
            <a:off x="5334768" y="6599709"/>
            <a:ext cx="381385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>
            <a:noFill/>
          </a:ln>
        </p:spPr>
      </p:sp>
      <p:sp>
        <p:nvSpPr>
          <p:cNvPr id="864638451" name="Rectangle 428"/>
          <p:cNvSpPr/>
          <p:nvPr userDrawn="1"/>
        </p:nvSpPr>
        <p:spPr bwMode="auto">
          <a:xfrm>
            <a:off x="5714343" y="6599709"/>
            <a:ext cx="381385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</p:sp>
      <p:sp>
        <p:nvSpPr>
          <p:cNvPr id="1260076958" name="Rectangle 429"/>
          <p:cNvSpPr/>
          <p:nvPr userDrawn="1"/>
        </p:nvSpPr>
        <p:spPr bwMode="auto">
          <a:xfrm>
            <a:off x="6094679" y="6599709"/>
            <a:ext cx="381385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1440836550" name="Rectangle 411"/>
          <p:cNvSpPr/>
          <p:nvPr userDrawn="1"/>
        </p:nvSpPr>
        <p:spPr bwMode="auto">
          <a:xfrm>
            <a:off x="4186699" y="6597353"/>
            <a:ext cx="1144157" cy="25507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793240242" name="Rectangle 416"/>
          <p:cNvSpPr/>
          <p:nvPr userDrawn="1"/>
        </p:nvSpPr>
        <p:spPr bwMode="auto">
          <a:xfrm>
            <a:off x="4190610" y="6597353"/>
            <a:ext cx="381385" cy="257430"/>
          </a:xfrm>
          <a:prstGeom prst="rect">
            <a:avLst/>
          </a:prstGeom>
          <a:solidFill>
            <a:schemeClr val="accent3">
              <a:lumMod val="20000"/>
              <a:lumOff val="80000"/>
              <a:alpha val="22000"/>
            </a:schemeClr>
          </a:solidFill>
          <a:ln>
            <a:noFill/>
          </a:ln>
        </p:spPr>
      </p:sp>
      <p:sp>
        <p:nvSpPr>
          <p:cNvPr id="3205485" name="Rectangle 417"/>
          <p:cNvSpPr/>
          <p:nvPr userDrawn="1"/>
        </p:nvSpPr>
        <p:spPr bwMode="auto">
          <a:xfrm>
            <a:off x="4570186" y="6597353"/>
            <a:ext cx="381385" cy="257430"/>
          </a:xfrm>
          <a:prstGeom prst="rect">
            <a:avLst/>
          </a:prstGeom>
          <a:solidFill>
            <a:schemeClr val="accent3">
              <a:lumMod val="20000"/>
              <a:lumOff val="80000"/>
              <a:alpha val="0"/>
            </a:schemeClr>
          </a:solidFill>
          <a:ln>
            <a:noFill/>
          </a:ln>
        </p:spPr>
      </p:sp>
      <p:sp>
        <p:nvSpPr>
          <p:cNvPr id="125115691" name="Rectangle 418"/>
          <p:cNvSpPr/>
          <p:nvPr userDrawn="1"/>
        </p:nvSpPr>
        <p:spPr bwMode="auto">
          <a:xfrm>
            <a:off x="4950522" y="6597353"/>
            <a:ext cx="381385" cy="25743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>
            <a:noFill/>
          </a:ln>
        </p:spPr>
      </p:sp>
      <p:sp>
        <p:nvSpPr>
          <p:cNvPr id="1142671371" name="Rectangle 400"/>
          <p:cNvSpPr/>
          <p:nvPr userDrawn="1"/>
        </p:nvSpPr>
        <p:spPr bwMode="auto">
          <a:xfrm>
            <a:off x="3041491" y="6599709"/>
            <a:ext cx="1144157" cy="25507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752791765" name="Rectangle 405"/>
          <p:cNvSpPr/>
          <p:nvPr userDrawn="1"/>
        </p:nvSpPr>
        <p:spPr bwMode="auto">
          <a:xfrm>
            <a:off x="3045402" y="6599709"/>
            <a:ext cx="381385" cy="257430"/>
          </a:xfrm>
          <a:prstGeom prst="rect">
            <a:avLst/>
          </a:prstGeom>
          <a:solidFill>
            <a:schemeClr val="accent2">
              <a:lumMod val="75000"/>
              <a:alpha val="46000"/>
            </a:schemeClr>
          </a:solidFill>
          <a:ln>
            <a:noFill/>
          </a:ln>
        </p:spPr>
      </p:sp>
      <p:sp>
        <p:nvSpPr>
          <p:cNvPr id="1115876824" name="Rectangle 406"/>
          <p:cNvSpPr/>
          <p:nvPr userDrawn="1"/>
        </p:nvSpPr>
        <p:spPr bwMode="auto">
          <a:xfrm>
            <a:off x="3424979" y="6599709"/>
            <a:ext cx="381385" cy="257430"/>
          </a:xfrm>
          <a:prstGeom prst="rect">
            <a:avLst/>
          </a:prstGeom>
          <a:solidFill>
            <a:schemeClr val="accent2">
              <a:lumMod val="60000"/>
              <a:lumOff val="40000"/>
              <a:alpha val="30000"/>
            </a:schemeClr>
          </a:solidFill>
          <a:ln>
            <a:noFill/>
          </a:ln>
        </p:spPr>
      </p:sp>
      <p:sp>
        <p:nvSpPr>
          <p:cNvPr id="1466412230" name="Rectangle 407"/>
          <p:cNvSpPr/>
          <p:nvPr userDrawn="1"/>
        </p:nvSpPr>
        <p:spPr bwMode="auto">
          <a:xfrm>
            <a:off x="3805314" y="6599709"/>
            <a:ext cx="381385" cy="257430"/>
          </a:xfrm>
          <a:prstGeom prst="rect">
            <a:avLst/>
          </a:prstGeom>
          <a:solidFill>
            <a:schemeClr val="accent2">
              <a:lumMod val="40000"/>
              <a:lumOff val="60000"/>
              <a:alpha val="76000"/>
            </a:schemeClr>
          </a:solidFill>
          <a:ln>
            <a:noFill/>
          </a:ln>
        </p:spPr>
      </p:sp>
      <p:sp>
        <p:nvSpPr>
          <p:cNvPr id="478507469" name="Rectangle 389"/>
          <p:cNvSpPr/>
          <p:nvPr userDrawn="1"/>
        </p:nvSpPr>
        <p:spPr bwMode="auto">
          <a:xfrm>
            <a:off x="1899786" y="6597353"/>
            <a:ext cx="1144157" cy="25507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2047945961" name="Rectangle 394"/>
          <p:cNvSpPr/>
          <p:nvPr userDrawn="1"/>
        </p:nvSpPr>
        <p:spPr bwMode="auto">
          <a:xfrm>
            <a:off x="1903697" y="6597353"/>
            <a:ext cx="381385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35000"/>
            </a:schemeClr>
          </a:solidFill>
          <a:ln>
            <a:noFill/>
          </a:ln>
        </p:spPr>
      </p:sp>
      <p:sp>
        <p:nvSpPr>
          <p:cNvPr id="2057508962" name="Rectangle 395"/>
          <p:cNvSpPr/>
          <p:nvPr userDrawn="1"/>
        </p:nvSpPr>
        <p:spPr bwMode="auto">
          <a:xfrm>
            <a:off x="2283274" y="6597353"/>
            <a:ext cx="381385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</p:sp>
      <p:sp>
        <p:nvSpPr>
          <p:cNvPr id="603815723" name="Rectangle 396"/>
          <p:cNvSpPr/>
          <p:nvPr userDrawn="1"/>
        </p:nvSpPr>
        <p:spPr bwMode="auto">
          <a:xfrm>
            <a:off x="2663610" y="6597353"/>
            <a:ext cx="381385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1618456626" name="Rectangle 378"/>
          <p:cNvSpPr/>
          <p:nvPr userDrawn="1"/>
        </p:nvSpPr>
        <p:spPr bwMode="auto">
          <a:xfrm>
            <a:off x="758793" y="6597353"/>
            <a:ext cx="1144157" cy="25743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936079346" name="Rectangle 383"/>
          <p:cNvSpPr/>
          <p:nvPr userDrawn="1"/>
        </p:nvSpPr>
        <p:spPr bwMode="auto">
          <a:xfrm>
            <a:off x="762703" y="6597353"/>
            <a:ext cx="381385" cy="257430"/>
          </a:xfrm>
          <a:prstGeom prst="rect">
            <a:avLst/>
          </a:prstGeom>
          <a:solidFill>
            <a:schemeClr val="accent4">
              <a:lumMod val="40000"/>
              <a:lumOff val="60000"/>
              <a:alpha val="3999"/>
            </a:schemeClr>
          </a:solidFill>
          <a:ln>
            <a:noFill/>
          </a:ln>
        </p:spPr>
      </p:sp>
      <p:sp>
        <p:nvSpPr>
          <p:cNvPr id="1999288090" name="Rectangle 384"/>
          <p:cNvSpPr/>
          <p:nvPr userDrawn="1"/>
        </p:nvSpPr>
        <p:spPr bwMode="auto">
          <a:xfrm>
            <a:off x="1142281" y="6597353"/>
            <a:ext cx="381385" cy="257430"/>
          </a:xfrm>
          <a:prstGeom prst="rect">
            <a:avLst/>
          </a:prstGeom>
          <a:solidFill>
            <a:schemeClr val="accent4">
              <a:lumMod val="40000"/>
              <a:lumOff val="60000"/>
              <a:alpha val="23000"/>
            </a:schemeClr>
          </a:solidFill>
          <a:ln>
            <a:noFill/>
          </a:ln>
        </p:spPr>
      </p:sp>
      <p:sp>
        <p:nvSpPr>
          <p:cNvPr id="127031198" name="Rectangle 385"/>
          <p:cNvSpPr/>
          <p:nvPr userDrawn="1"/>
        </p:nvSpPr>
        <p:spPr bwMode="auto">
          <a:xfrm>
            <a:off x="1522615" y="6597353"/>
            <a:ext cx="381385" cy="257430"/>
          </a:xfrm>
          <a:prstGeom prst="rect">
            <a:avLst/>
          </a:prstGeom>
          <a:solidFill>
            <a:schemeClr val="accent4">
              <a:lumMod val="20000"/>
              <a:lumOff val="80000"/>
              <a:alpha val="26999"/>
            </a:schemeClr>
          </a:solidFill>
          <a:ln>
            <a:noFill/>
          </a:ln>
        </p:spPr>
      </p:sp>
      <p:sp>
        <p:nvSpPr>
          <p:cNvPr id="1942365532" name="Rectangle 365"/>
          <p:cNvSpPr/>
          <p:nvPr userDrawn="1"/>
        </p:nvSpPr>
        <p:spPr bwMode="auto">
          <a:xfrm>
            <a:off x="-1" y="6599851"/>
            <a:ext cx="765171" cy="254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30771421" name="Rectangle 369"/>
          <p:cNvSpPr/>
          <p:nvPr userDrawn="1"/>
        </p:nvSpPr>
        <p:spPr bwMode="auto">
          <a:xfrm>
            <a:off x="4502" y="6599853"/>
            <a:ext cx="381385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</p:sp>
      <p:sp>
        <p:nvSpPr>
          <p:cNvPr id="1843121039" name="Rectangle 370"/>
          <p:cNvSpPr/>
          <p:nvPr userDrawn="1"/>
        </p:nvSpPr>
        <p:spPr bwMode="auto">
          <a:xfrm>
            <a:off x="384838" y="6599853"/>
            <a:ext cx="381385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2127365303" name="Text Placeholder 2"/>
          <p:cNvSpPr>
            <a:spLocks noGrp="1"/>
          </p:cNvSpPr>
          <p:nvPr userDrawn="1">
            <p:ph type="body" idx="1"/>
          </p:nvPr>
        </p:nvSpPr>
        <p:spPr bwMode="auto">
          <a:xfrm>
            <a:off x="609599" y="1340767"/>
            <a:ext cx="10972800" cy="46085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88512960" name="Title 1"/>
          <p:cNvSpPr>
            <a:spLocks noGrp="1"/>
          </p:cNvSpPr>
          <p:nvPr userDrawn="1">
            <p:ph type="title"/>
          </p:nvPr>
        </p:nvSpPr>
        <p:spPr bwMode="auto">
          <a:xfrm>
            <a:off x="2676487" y="220639"/>
            <a:ext cx="6750078" cy="856127"/>
          </a:xfrm>
          <a:prstGeom prst="rect">
            <a:avLst/>
          </a:prstGeom>
          <a:solidFill>
            <a:schemeClr val="bg1">
              <a:alpha val="84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74089791" name="Slide Number Placeholder 5"/>
          <p:cNvSpPr>
            <a:spLocks noGrp="1"/>
          </p:cNvSpPr>
          <p:nvPr userDrawn="1">
            <p:ph type="sldNum" sz="quarter" idx="4"/>
          </p:nvPr>
        </p:nvSpPr>
        <p:spPr bwMode="auto">
          <a:xfrm>
            <a:off x="5190395" y="6132835"/>
            <a:ext cx="952634" cy="365125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91974DF9-AD47-4691-BA21-BBFCE3637A9A}" type="slidenum">
              <a:rPr/>
              <a:t>‹#›</a:t>
            </a:fld>
            <a:endParaRPr/>
          </a:p>
        </p:txBody>
      </p:sp>
      <p:sp>
        <p:nvSpPr>
          <p:cNvPr id="645903149" name="Date Placeholder 3"/>
          <p:cNvSpPr>
            <a:spLocks noGrp="1"/>
          </p:cNvSpPr>
          <p:nvPr userDrawn="1">
            <p:ph type="dt" sz="half" idx="2"/>
          </p:nvPr>
        </p:nvSpPr>
        <p:spPr bwMode="auto">
          <a:xfrm>
            <a:off x="607261" y="610950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26.12.2019</a:t>
            </a:fld>
            <a:endParaRPr/>
          </a:p>
        </p:txBody>
      </p:sp>
      <p:sp>
        <p:nvSpPr>
          <p:cNvPr id="2085531535" name="Footer Placeholder 4"/>
          <p:cNvSpPr>
            <a:spLocks noGrp="1"/>
          </p:cNvSpPr>
          <p:nvPr userDrawn="1">
            <p:ph type="ftr" sz="quarter" idx="3"/>
          </p:nvPr>
        </p:nvSpPr>
        <p:spPr bwMode="auto">
          <a:xfrm>
            <a:off x="7758885" y="6132835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lvl1pPr algn="ctr" defTabSz="914400" rtl="0">
        <a:spcBef>
          <a:spcPts val="0"/>
        </a:spcBef>
        <a:buNone/>
        <a:defRPr sz="3200" b="1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4459915" name="Título 1"/>
          <p:cNvSpPr>
            <a:spLocks noGrp="1"/>
          </p:cNvSpPr>
          <p:nvPr>
            <p:ph type="ctr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s-ES" sz="9000">
                <a:latin typeface="Share Tech Mono"/>
                <a:ea typeface="Share Tech Mono"/>
                <a:cs typeface="Share Tech Mono"/>
              </a:rPr>
              <a:t>Counting sort</a:t>
            </a:r>
            <a:endParaRPr sz="9000">
              <a:latin typeface="Share Tech Mono"/>
              <a:cs typeface="Share Tech Mono"/>
            </a:endParaRPr>
          </a:p>
        </p:txBody>
      </p:sp>
      <p:sp>
        <p:nvSpPr>
          <p:cNvPr id="1112512591" name="Subtítulo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 algn="l">
              <a:defRPr/>
            </a:pPr>
            <a:r>
              <a:rPr lang="es-ES">
                <a:latin typeface="Share Tech Mono"/>
                <a:ea typeface="Share Tech Mono"/>
                <a:cs typeface="Share Tech Mono"/>
              </a:rPr>
              <a:t>Fabian Ayala Saucedo</a:t>
            </a:r>
            <a:endParaRPr lang="es-ES">
              <a:latin typeface="Share Tech Mono"/>
              <a:ea typeface="Share Tech Mono"/>
              <a:cs typeface="Share Tech Mono"/>
            </a:endParaRPr>
          </a:p>
          <a:p>
            <a:pPr algn="r">
              <a:defRPr/>
            </a:pPr>
            <a:r>
              <a:rPr lang="es-ES">
                <a:latin typeface="Share Tech Mono"/>
                <a:ea typeface="Share Tech Mono"/>
                <a:cs typeface="Share Tech Mono"/>
              </a:rPr>
              <a:t>Analisis de Algoritmos</a:t>
            </a:r>
            <a:endParaRPr>
              <a:latin typeface="Share Tech Mono"/>
              <a:cs typeface="Share Tech Mon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Basic">
  <a:themeElements>
    <a:clrScheme name="Color">
      <a:dk1>
        <a:srgbClr val="0F243E"/>
      </a:dk1>
      <a:lt1>
        <a:sysClr val="window" lastClr="FFFFFF"/>
      </a:lt1>
      <a:dk2>
        <a:srgbClr val="1F497D"/>
      </a:dk2>
      <a:lt2>
        <a:srgbClr val="EEECE1"/>
      </a:lt2>
      <a:accent1>
        <a:srgbClr val="0000FF"/>
      </a:accent1>
      <a:accent2>
        <a:srgbClr val="FE19FF"/>
      </a:accent2>
      <a:accent3>
        <a:srgbClr val="00B050"/>
      </a:accent3>
      <a:accent4>
        <a:srgbClr val="FF0000"/>
      </a:accent4>
      <a:accent5>
        <a:srgbClr val="4BACC6"/>
      </a:accent5>
      <a:accent6>
        <a:srgbClr val="FFFF00"/>
      </a:accent6>
      <a:hlink>
        <a:srgbClr val="548DD4"/>
      </a:hlink>
      <a:folHlink>
        <a:srgbClr val="FE19FF"/>
      </a:folHlink>
    </a:clrScheme>
    <a:fontScheme name="Classic">
      <a:majorFont>
        <a:latin typeface="Arial"/>
        <a:ea typeface="Arial"/>
        <a:cs typeface="Arial"/>
      </a:majorFont>
      <a:minorFont>
        <a:latin typeface="Times New Roman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ONLYOFFICE/9.1.0.173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2026-04-27T05:45:01Z</dcterms:modified>
</cp:coreProperties>
</file>